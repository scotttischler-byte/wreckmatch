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Lubbock</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Lubbock,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Lubbock or surface streets in Lubbock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Lubbock County / local jurisdiction dispatch will route Lubbock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Lubbock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Lubbock and in Lubbock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Lubbock has Lubbock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Lubbock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Lubbock,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Lubbock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Lubbock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Lubbock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Lubbock.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Lubbock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Lubbock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Lubbock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Lubbock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Lubbock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Lubbock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Lubbock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Lubbock.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Lubbock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Lubbock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Lubbock,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Lubbock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Lubbock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Lubbock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Lubbock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Lubbock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Lubbock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Lubbock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Lubbock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Lubbock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Lubbock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Lubbock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Lubbock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Lubbock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Lubbock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Lubbock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Lubbock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Lubbock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Lubbock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Lubbock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Lubbock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Lubbock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Lubbock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Lubbock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Lubbock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Lubbock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Lubbock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Lubbock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Lubbock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Lubbock clients can focus on recovery instead of chasing hospital billing departments.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Lubbock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Lubbock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Lubbock matter as if a jury will decide it, which improves settlement posture throughout the process.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Lubbock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Lubbock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Lubbock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Lubbock</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