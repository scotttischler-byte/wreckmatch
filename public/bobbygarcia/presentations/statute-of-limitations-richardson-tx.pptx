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Richardson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Richardson,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Richardson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Richardson.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Richardson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Richardson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Richardson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Richardson.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Richardson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Richardson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Richardson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Richardson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Richardson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Richardson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Richardson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Richardson.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Richardson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Richardson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Richardson,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Richardson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Richardson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Richardson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Richardson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Richardson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Richardson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Richardson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Richardson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Richardson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Richardson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Richardson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Richardson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Richardson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Richardson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Richardson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Richardson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Richardson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Richardson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Richardson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Richardson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Richardson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Richardson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Richardson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Richardson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