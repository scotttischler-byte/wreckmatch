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Odessa</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Odessa,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Odessa or surface streets in Odessa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Odessa County / local jurisdiction dispatch will route Odessa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Odessa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Odessa and in Odessa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Odessa has Odessa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Odessa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Odessa,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Odessa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Odessa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Odessa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Odessa.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Odessa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Odessa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Odessa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Odessa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Odessa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Odessa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Odessa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Odessa.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Odessa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Odessa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Odessa,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Odessa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Odessa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Odessa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Odessa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Odessa collision.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Odessa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Odessa case clearly before a judge and jury.</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Odessa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Odessa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Odessa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Odessa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Odessa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Odessa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Odessa clients can focus on recovery instead of chasing hospital billing departments.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Odessa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Odessa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Odessa matter as if a jury will decide it, which improves settlement posture throughout the process.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Odessa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Odessa case clearly before a judge and jury.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Odessa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Odessa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Odessa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Odessa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Odessa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Odessa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Odessa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Odessa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Odessa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Odessa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Odessa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Odessa case clearly before a judge and jury.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Odessa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Odessa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Odessa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Odessa</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