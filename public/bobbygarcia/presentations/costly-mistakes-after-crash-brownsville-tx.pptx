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Brownsville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Brownsville,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Brownsville adjusters reduce offers. Visit Brownsville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Brownsville.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Brownsville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Brownsville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Brownsville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Brownsville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Brownsville.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Brownsville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Brownsville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Brownsville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Brownsville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Brownsville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Brownsville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Brownsville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Brownsville.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Brownsville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Brownsville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Brownsville,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Brownsville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Brownsville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Brownsville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Brownsville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Brownsville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Brownsville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Brownsville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Brownsville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Brownsville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Brownsville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Brownsville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Brownsville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Brownsville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Brownsville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Brownsville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Brownsville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Brownsville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Brownsville clients can focus on recovery instead of chasing hospital billing departments.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Brownsville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Brownsville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Brownsville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Brownsville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