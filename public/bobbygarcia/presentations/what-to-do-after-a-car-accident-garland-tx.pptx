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Garland</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Garland,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Garland or surface streets in Garland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Garland County / local jurisdiction dispatch will route Garland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Garland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Garland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Garland and in Garland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Garland has Garland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Garland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Garland,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Garland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Garland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Garland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Garland.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Garland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Garland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Garland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Garland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Garland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Garland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Garland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Garland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Garland.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Garland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Garland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Garland,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Garland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Garland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Garland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Garland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Garland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Garland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Garland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Garland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Garland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Garland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Garland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Garland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Garland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Garland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Garland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Garland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Garland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Garland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Garland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Garland clients can focus on recovery instead of chasing hospital billing departments.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Garland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Garland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Garland matter as if a jury will decide it, which improves settlement posture throughout the process.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Garland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Garland case clearly before a judge and jury.</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Garland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Garland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Garland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Garland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Garland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Garland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Garland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Garland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Garland clients can focus on recovery instead of chasing hospital billing departments.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Garland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Garland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Garland matter as if a jury will decide it, which improves settlement posture throughout the process.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Garland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Garland case clearly before a judge and jury.</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Garland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Garland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Garland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Garland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Garland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Garland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Garland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Garland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Garland</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