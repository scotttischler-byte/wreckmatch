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Pearland</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Pearland,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Pearland or surface streets in Pearland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Pearland County / local jurisdiction dispatch will route Pearland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Pearland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Pearland and in Pearland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Pearland has Pearland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Pearland,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Pearland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Pearland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Pearland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Pearland.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Pearland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Pearland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Pearland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Pearland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Pearland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Pearland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Pearland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Pearland.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Pearland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Pearland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Pearland,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Pearland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Pearland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Pearland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Pearland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Pearland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Pearland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Pearland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Pearland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Pearland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Pearland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Pearland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Pearland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Pearland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Pearland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Pearland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Pearland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Pearland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Pearland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Pearland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Pearland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Pearland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Pearland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Pearland</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