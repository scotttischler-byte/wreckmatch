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Fort Worth, Texas Car Accident Laws: What You Need to Know</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Fort Worth,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Fort Worth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~26,237 annual crashes in the Fort Worth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Fort Worth.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Fort Worth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Fort Worth residents often use Fort Worth Regional Medical Center, Fort Worth General Hospital after serious collisions. Level I trauma care is available at Fort Worth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Fort Worth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26,237 reported crashes annually (est.). High-risk areas include Fort Worth downtown interchange; Major highway corridor near Fort Worth.</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Fort Worth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Fort Worth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Fort Worth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Fort Worth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Fort Worth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I-95 to Fort Worth Regional Medical Center, keep ambulance, ER, and follow-up bills organized. UM/UIM and MedPay endorsements may apply when the other driver is underinsured.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Fort Worth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Fort Worth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Fort Worth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Fort Worth Regional Medical Center rather than summary statements — itemized bills help catch billing errors and support future negotiations.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Fort Worth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Fort Worth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Fort Worth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Fort Worth.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Fort Worth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Fort Worth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Fort Worth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Fort Worth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Fort Worth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Fort Worth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Fort Worth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Fort Worth.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Fort Worth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Fort Worth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Fort Worth,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Fort Worth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Fort Worth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Fort Worth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Fort Worth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Fort Worth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Fort Worth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Fort Worth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Fort Worth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Fort Worth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Fort Worth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Fort Worth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Fort Worth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Fort Worth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Fort Worth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Fort Worth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Fort Worth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Fort Worth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Fort Worth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Fort Worth?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Fort Worth County reports may also be available through local police or https://www.txdot.gov/.</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Fort Worth?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Fort Worth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Fort Worth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Fort Worth, Texas Car Accident Laws: What You Need to Know</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