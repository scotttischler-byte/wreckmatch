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Abilene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Abilene,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Abilene or surface streets in Abilene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Abilene County / local jurisdiction dispatch will route Abilene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Abilene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Abilene and in Abilene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Abilene has Abilene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Abilene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Abilene,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Abilene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Abilene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Abilene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Abilene.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Abilene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Abilene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Abilene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Abilene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Abilene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Abilene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Abilene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Abilene.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Abilene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Abilene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Abilene,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Abilene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Abilene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Abilene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Abilene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Abilene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Abilene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Abilene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Abilene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Abilene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Abilene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Abilene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Abilene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Abilene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Abilene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Abilene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Abilene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Abilene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Abilene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Abilene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Abilene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Abilene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Abilene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Abilene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Abilene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Abilene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Abilene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Abilene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Abilene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Abilene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Abilene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Abilene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Abilene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Abilene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Abilene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Abilene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Abilene matter as if a jury will decide it, which improves settlement posture throughout the process.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Abilene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Abilene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Abilene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Abilene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