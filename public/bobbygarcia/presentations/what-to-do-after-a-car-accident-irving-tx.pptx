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Irving</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Irving,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Irving or surface streets in Irving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Irving County / local jurisdiction dispatch will route Irving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Irving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Irving and in Irving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Irving has Irving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Irving,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Irving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Irving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Irving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Irving.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Irving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Irving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Irving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Irving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Irving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Irving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Irving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Irving.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Irving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Irving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Irving,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Irving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Irving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Irving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Irving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Irving</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