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Midland</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Midland,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Midland or surface streets in Midland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Midland County / local jurisdiction dispatch will route Midland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Midland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Midland and in Midland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Midland has Midland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Midland,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Midland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Midland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Midland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Midland.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Midland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Midland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Midland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Midland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Midland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Midland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Midland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Midland.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Midland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Midland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Midland,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Midland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Midland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Midland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Midland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Midland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Midland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Midland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Midland</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