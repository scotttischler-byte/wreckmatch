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Odessa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Odessa,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Odessa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Odessa.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Odessa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Odessa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Odessa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Odessa.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Odessa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Odessa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Odessa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Odessa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Odessa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Odessa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Odessa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Odessa.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Odessa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Odessa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Odessa,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Odessa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Odessa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Odessa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Odessa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Odessa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Odessa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Odessa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Odessa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Odessa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