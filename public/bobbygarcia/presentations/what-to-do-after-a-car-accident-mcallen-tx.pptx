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McAllen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McAllen,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McAllen or surface streets in McAllen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McAllen County / local jurisdiction dispatch will route McAllen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McAllen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McAllen and in McAllen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McAllen has McAllen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McAllen,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McAllen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McAllen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McAllen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McAllen.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McAllen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McAllen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McAllen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McAllen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McAllen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McAllen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McAllen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McAllen.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McAllen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McAllen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McAllen,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McAllen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McAllen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McAllen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McAllen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McAllen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McAllen</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