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Richardson</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Richardson,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Richardson adjusters reduce offers. Visit Richardson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Richardson.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Richardson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Richardson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Richardson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Richardson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Richardson.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Richardson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Richardson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Richardson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Richardson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Richardson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Richardson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Richardson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Richardson.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Richardson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Richardson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Richardson,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Richardson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Richardson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Richardson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Richardson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Richardson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Richardson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Richardson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Richardson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Richardson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Richardson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Richardson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Richardson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Richardson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Richardson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Richardson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Richardson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Richardson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Richardson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Richardson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Richardson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Richardson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Richardson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Richardson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Richardson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Richardson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Richardson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Richardson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Richardson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Richardson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Richardson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Richardson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Richardson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Richardson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Richardson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Richardson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Richardson matter as if a jury will decide it, which improves settlement posture throughout the process.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Richardson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Richardson case clearly before a judge and jury.</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Richardson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Richardson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Richardson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Richardson</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