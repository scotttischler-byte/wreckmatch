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Tyler</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Tyler,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Tyler adjusters reduce offers. Visit Tyler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Tyler.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Tyler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Tyler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Tyler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Tyler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Tyler.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Tyler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Tyler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Tyler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Tyler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Tyler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Tyler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Tyler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Tyler.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Tyler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Tyler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Tyler,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Tyler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Tyler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Tyler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Tyler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Tyler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Tyler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Tyler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Tyler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Tyler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Tyler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Tyler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Tyler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Tyler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Tyler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Tyler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Tyler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Tyler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Tyler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Tyler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Tyler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Tyler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Tyler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Tyler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Tyler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Tyler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Tyler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Tyler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Tyler clients can focus on recovery instead of chasing hospital billing departments.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Tyler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Tyler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Tyler matter as if a jury will decide it, which improves settlement posture throughout the process.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Tyler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Tyler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Tyler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Tyler</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