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Understanding Claims Adjusters in El Paso, Texas</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El Paso,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deadline overview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car accident injury lawsuits must be filed within 2 years of the injury date. Missing this deadline can permanently bar recovery.</a:t>
            </a:r>
            <a:endParaRPr lang="en-US" sz="1300" dirty="0"/>
          </a:p>
          <a:p>
            <a:pPr indent="0" marL="0">
              <a:buNone/>
            </a:pPr>
            <a:endParaRPr lang="en-US" sz="1300" dirty="0"/>
          </a:p>
          <a:p>
            <a:pPr indent="0" marL="0">
              <a:buNone/>
            </a:pPr>
            <a:r>
              <a:rPr lang="en-US" sz="1300" dirty="0">
                <a:solidFill>
                  <a:srgbClr val="E8EDF4"/>
                </a:solidFill>
              </a:rPr>
              <a:t>Wrongful death, government-entity, and minor claimant cases may follow different rules. This article is educational — confirm your dates with a licensed Texas attorney.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waiting hurts El Paso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With ~19,310 annual crashes in the El Paso area, evidence fades fast: skid marks wash away, witnesses relocate, and video is overwritten.</a:t>
            </a:r>
            <a:endParaRPr lang="en-US" sz="1300" dirty="0"/>
          </a:p>
          <a:p>
            <a:pPr indent="0" marL="0">
              <a:buNone/>
            </a:pPr>
            <a:endParaRPr lang="en-US" sz="1300" dirty="0"/>
          </a:p>
          <a:p>
            <a:pPr indent="0" marL="0">
              <a:buNone/>
            </a:pPr>
            <a:r>
              <a:rPr lang="en-US" sz="1300" dirty="0">
                <a:solidFill>
                  <a:srgbClr val="E8EDF4"/>
                </a:solidFill>
              </a:rPr>
              <a:t>Insurers begin building a file immediately. Early recorded statements can lock in descriptions before you know the full extent of injuries.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Comparative fault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51% bar rules. If you are found partially at fault, compensation may be reduced or barred depending on your percentage.</a:t>
            </a:r>
            <a:endParaRPr lang="en-US" sz="1300" dirty="0"/>
          </a:p>
          <a:p>
            <a:pPr indent="0" marL="0">
              <a:buNone/>
            </a:pPr>
            <a:endParaRPr lang="en-US" sz="1300" dirty="0"/>
          </a:p>
          <a:p>
            <a:pPr indent="0" marL="0">
              <a:buNone/>
            </a:pPr>
            <a:r>
              <a:rPr lang="en-US" sz="1300" dirty="0">
                <a:solidFill>
                  <a:srgbClr val="E8EDF4"/>
                </a:solidFill>
              </a:rPr>
              <a:t>Document everything that supports the other driver's negligence — traffic citations, 911 calls, and witness statements.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at least 30/60/25 in liability coverage (verify current law). Many at-fault drivers carry only minimums.</a:t>
            </a:r>
            <a:endParaRPr lang="en-US" sz="1300" dirty="0"/>
          </a:p>
          <a:p>
            <a:pPr indent="0" marL="0">
              <a:buNone/>
            </a:pPr>
            <a:endParaRPr lang="en-US" sz="1300" dirty="0"/>
          </a:p>
          <a:p>
            <a:pPr indent="0" marL="0">
              <a:buNone/>
            </a:pPr>
            <a:r>
              <a:rPr lang="en-US" sz="1300" dirty="0">
                <a:solidFill>
                  <a:srgbClr val="E8EDF4"/>
                </a:solidFill>
              </a:rPr>
              <a:t>Review your declarations page for UM/UIM, MedPay, and PIP. These coverages can matter when the other driver is uninsured or underinsured in El Paso.</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Government and special entities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Claims involving city buses, state vehicles, or federal property often require earlier notice than the standard 2-year window. Missing a notice deadline can defeat an otherwise valid claim.</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Practical timeline for El Paso residents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Day 1–7: Medical care, police report, insurer notification (facts only).</a:t>
            </a:r>
            <a:endParaRPr lang="en-US" sz="1300" dirty="0"/>
          </a:p>
          <a:p>
            <a:pPr indent="0" marL="0">
              <a:buNone/>
            </a:pPr>
            <a:endParaRPr lang="en-US" sz="1300" dirty="0"/>
          </a:p>
          <a:p>
            <a:pPr indent="0" marL="0">
              <a:buNone/>
            </a:pPr>
            <a:r>
              <a:rPr lang="en-US" sz="1300" dirty="0">
                <a:solidFill>
                  <a:srgbClr val="E8EDF4"/>
                </a:solidFill>
              </a:rPr>
              <a:t>Week 2–8: Follow treatment plans, gather bills, avoid social media posts about the crash.</a:t>
            </a:r>
            <a:endParaRPr lang="en-US" sz="1300" dirty="0"/>
          </a:p>
          <a:p>
            <a:pPr indent="0" marL="0">
              <a:buNone/>
            </a:pPr>
            <a:endParaRPr lang="en-US" sz="1300" dirty="0"/>
          </a:p>
          <a:p>
            <a:pPr indent="0" marL="0">
              <a:buNone/>
            </a:pPr>
            <a:r>
              <a:rPr lang="en-US" sz="1300" dirty="0">
                <a:solidFill>
                  <a:srgbClr val="E8EDF4"/>
                </a:solidFill>
              </a:rPr>
              <a:t>Month 2+: If injuries continue, consult counsel before accepting settlement releases.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El Paso medical resources after a crash</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El Paso residents often use El Paso Regional Medical Center, El Paso General Hospital after serious collisions. Level I trauma care is available at El Paso Level I Trauma Center.</a:t>
            </a:r>
            <a:endParaRPr lang="en-US" sz="1300" dirty="0"/>
          </a:p>
          <a:p>
            <a:pPr indent="0" marL="0">
              <a:buNone/>
            </a:pPr>
            <a:endParaRPr lang="en-US" sz="1300" dirty="0"/>
          </a:p>
          <a:p>
            <a:pPr indent="0" marL="0">
              <a:buNone/>
            </a:pPr>
            <a:r>
              <a:rPr lang="en-US" sz="1300" dirty="0">
                <a:solidFill>
                  <a:srgbClr val="E8EDF4"/>
                </a:solidFill>
              </a:rPr>
              <a:t>Document every provider visit — gaps in treatment are a common reason TX insurers reduce settlement offers.</a:t>
            </a:r>
            <a:endParaRPr lang="en-US" sz="1300" dirty="0"/>
          </a:p>
          <a:p>
            <a:pPr indent="0" marL="0">
              <a:buNone/>
            </a:pPr>
            <a:endParaRPr lang="en-US" sz="1300" dirty="0"/>
          </a:p>
          <a:p>
            <a:pPr indent="0" marL="0">
              <a:buNone/>
            </a:pPr>
            <a:r>
              <a:rPr lang="en-US" sz="1300" dirty="0">
                <a:solidFill>
                  <a:srgbClr val="E8EDF4"/>
                </a:solidFill>
              </a:rPr>
              <a:t>Keep receipts for prescriptions, imaging (MRI/CT), physical therapy, and medical transport.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El Paso medical resources after a crash</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the same day when safe</a:t>
            </a:r>
            <a:endParaRPr lang="en-US" sz="1400" dirty="0"/>
          </a:p>
          <a:p>
            <a:pPr marL="342900" indent="-342900">
              <a:buSzPct val="100000"/>
              <a:buChar char="•"/>
            </a:pPr>
            <a:r>
              <a:rPr lang="en-US" sz="1400" dirty="0">
                <a:solidFill>
                  <a:srgbClr val="E8EDF4"/>
                </a:solidFill>
              </a:rPr>
              <a:t>Follow discharge instructions and keep all after-visit summaries</a:t>
            </a:r>
            <a:endParaRPr lang="en-US" sz="1400" dirty="0"/>
          </a:p>
          <a:p>
            <a:pPr marL="342900" indent="-342900">
              <a:buSzPct val="100000"/>
              <a:buChar char="•"/>
            </a:pPr>
            <a:r>
              <a:rPr lang="en-US" sz="1400" dirty="0">
                <a:solidFill>
                  <a:srgbClr val="E8EDF4"/>
                </a:solidFill>
              </a:rPr>
              <a:t>Do not sign blanket medical authorizations for the adjuster</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Local crash patterns: I-95, I-75, US-1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metro area sees roughly 19,310 reported crashes annually (est.). High-risk areas include El Paso downtown interchange; Major highway corridor near El Paso.</a:t>
            </a:r>
            <a:endParaRPr lang="en-US" sz="1300" dirty="0"/>
          </a:p>
          <a:p>
            <a:pPr indent="0" marL="0">
              <a:buNone/>
            </a:pPr>
            <a:endParaRPr lang="en-US" sz="1300" dirty="0"/>
          </a:p>
          <a:p>
            <a:pPr indent="0" marL="0">
              <a:buNone/>
            </a:pPr>
            <a:r>
              <a:rPr lang="en-US" sz="1300" dirty="0">
                <a:solidFill>
                  <a:srgbClr val="E8EDF4"/>
                </a:solidFill>
              </a:rPr>
              <a:t>If your collision occurred near I-95, note mile markers, exit numbers, and direction of travel for the police report.</a:t>
            </a:r>
            <a:endParaRPr lang="en-US" sz="1300" dirty="0"/>
          </a:p>
          <a:p>
            <a:pPr indent="0" marL="0">
              <a:buNone/>
            </a:pPr>
            <a:endParaRPr lang="en-US" sz="1300" dirty="0"/>
          </a:p>
          <a:p>
            <a:pPr indent="0" marL="0">
              <a:buNone/>
            </a:pPr>
            <a:r>
              <a:rPr lang="en-US" sz="1300" dirty="0">
                <a:solidFill>
                  <a:srgbClr val="E8EDF4"/>
                </a:solidFill>
              </a:rPr>
              <a:t>Texas DOT data is available via https://www.txdot.gov/ — useful when disputing fault or road conditions.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El Paso County reports, courts, and evidence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Request the official crash report through the investigating agency. El Paso County Civil Court handles many civil injury filings in the region.</a:t>
            </a:r>
            <a:endParaRPr lang="en-US" sz="1300" dirty="0"/>
          </a:p>
          <a:p>
            <a:pPr indent="0" marL="0">
              <a:buNone/>
            </a:pPr>
            <a:endParaRPr lang="en-US" sz="1300" dirty="0"/>
          </a:p>
          <a:p>
            <a:pPr indent="0" marL="0">
              <a:buNone/>
            </a:pPr>
            <a:r>
              <a:rPr lang="en-US" sz="1300" dirty="0">
                <a:solidFill>
                  <a:srgbClr val="E8EDF4"/>
                </a:solidFill>
              </a:rPr>
              <a:t>Business security video near El Paso retail corridors is often deleted within 7–30 days — send preservation letters quickly when appropriate.</a:t>
            </a:r>
            <a:endParaRPr lang="en-US" sz="1300" dirty="0"/>
          </a:p>
          <a:p>
            <a:pPr indent="0" marL="0">
              <a:buNone/>
            </a:pPr>
            <a:endParaRPr lang="en-US" sz="1300" dirty="0"/>
          </a:p>
          <a:p>
            <a:pPr indent="0" marL="0">
              <a:buNone/>
            </a:pPr>
            <a:r>
              <a:rPr lang="en-US" sz="1300" dirty="0">
                <a:solidFill>
                  <a:srgbClr val="E8EDF4"/>
                </a:solidFill>
              </a:rPr>
              <a:t>The El Paso Bar Association offers lawyer-referral resources; Law Office of Bobby Garcia, P.C. can also connect you with independent Texas attorneys at no obligation.</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Educational disclaimer</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Law Office of Bobby Garcia, P.C. is a legal  This El Paso guide is general education only and does not create an attorney-client relationship.</a:t>
            </a:r>
            <a:endParaRPr lang="en-US" sz="1300" dirty="0"/>
          </a:p>
          <a:p>
            <a:pPr indent="0" marL="0">
              <a:buNone/>
            </a:pPr>
            <a:endParaRPr lang="en-US" sz="1300" dirty="0"/>
          </a:p>
          <a:p>
            <a:pPr indent="0" marL="0">
              <a:buNone/>
            </a:pPr>
            <a:r>
              <a:rPr lang="en-US" sz="1300" dirty="0">
                <a:solidFill>
                  <a:srgbClr val="E8EDF4"/>
                </a:solidFill>
              </a:rPr>
              <a:t>Laws and insurance rules change; verify all deadlines, coverage, and rights with a licensed Texas attorney before making decisions about your claim.</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timeline expectations in El Paso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property-damage claims in El Paso may resolve in weeks, but injury claims involving treatment, lost wages, or disputed fault often take months. Insurers may request recorded statements, independent medical exams, and broad medical authorizations — review each request carefully.</a:t>
            </a:r>
            <a:endParaRPr lang="en-US" sz="1300" dirty="0"/>
          </a:p>
          <a:p>
            <a:pPr indent="0" marL="0">
              <a:buNone/>
            </a:pPr>
            <a:endParaRPr lang="en-US" sz="1300" dirty="0"/>
          </a:p>
          <a:p>
            <a:pPr indent="0" marL="0">
              <a:buNone/>
            </a:pPr>
            <a:r>
              <a:rPr lang="en-US" sz="1300" dirty="0">
                <a:solidFill>
                  <a:srgbClr val="E8EDF4"/>
                </a:solidFill>
              </a:rPr>
              <a:t>Texas uses 51% bar comparative negligence with a 2-year statute of limitations for most injury cases. Calendar your deadline from the date of injury.</a:t>
            </a:r>
            <a:endParaRPr lang="en-US" sz="1300" dirty="0"/>
          </a:p>
          <a:p>
            <a:pPr indent="0" marL="0">
              <a:buNone/>
            </a:pPr>
            <a:endParaRPr lang="en-US" sz="1300" dirty="0"/>
          </a:p>
          <a:p>
            <a:pPr indent="0" marL="0">
              <a:buNone/>
            </a:pPr>
            <a:r>
              <a:rPr lang="en-US" sz="1300" dirty="0">
                <a:solidFill>
                  <a:srgbClr val="E8EDF4"/>
                </a:solidFill>
              </a:rPr>
              <a:t>If you were transported from I-95 to El Paso Regional Medical Center, keep ambulance, ER, and follow-up bills organized. UM/UIM and MedPay endorsements may apply when the other driver is underinsured.</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Settlement timeline expectations in El Paso</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Do not accept the first settlement check if treatment is ongoing</a:t>
            </a:r>
            <a:endParaRPr lang="en-US" sz="1400" dirty="0"/>
          </a:p>
          <a:p>
            <a:pPr marL="342900" indent="-342900">
              <a:buSzPct val="100000"/>
              <a:buChar char="•"/>
            </a:pPr>
            <a:r>
              <a:rPr lang="en-US" sz="1400" dirty="0">
                <a:solidFill>
                  <a:srgbClr val="E8EDF4"/>
                </a:solidFill>
              </a:rPr>
              <a:t>Avoid discussing fault on social media</a:t>
            </a:r>
            <a:endParaRPr lang="en-US" sz="1400" dirty="0"/>
          </a:p>
          <a:p>
            <a:pPr marL="342900" indent="-342900">
              <a:buSzPct val="100000"/>
              <a:buChar char="•"/>
            </a:pPr>
            <a:r>
              <a:rPr lang="en-US" sz="1400" dirty="0">
                <a:solidFill>
                  <a:srgbClr val="E8EDF4"/>
                </a:solidFill>
              </a:rPr>
              <a:t>Request adjuster denials or reservations of rights in writing</a:t>
            </a:r>
            <a:endParaRPr lang="en-US" sz="1400" dirty="0"/>
          </a:p>
          <a:p>
            <a:pPr marL="342900" indent="-342900">
              <a:buSzPct val="100000"/>
              <a:buChar char="•"/>
            </a:pPr>
            <a:r>
              <a:rPr lang="en-US" sz="1400" dirty="0">
                <a:solidFill>
                  <a:srgbClr val="E8EDF4"/>
                </a:solidFill>
              </a:rPr>
              <a:t>Compare repair estimates with your insurer's appraisal</a:t>
            </a:r>
            <a:endParaRPr lang="en-US" sz="1400" dirty="0"/>
          </a:p>
          <a:p>
            <a:pPr marL="342900" indent="-342900">
              <a:buSzPct val="100000"/>
              <a:buChar char="•"/>
            </a:pPr>
            <a:r>
              <a:rPr lang="en-US" sz="1400" dirty="0">
                <a:solidFill>
                  <a:srgbClr val="E8EDF4"/>
                </a:solidFill>
              </a:rPr>
              <a:t>Consult a licensed attorney before signing general releases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Document checklist for El Paso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Organize a folder (physical or digital) for every document tied to your El Paso crash: police report number, insurance claim numbers, tow and storage receipts, and rental car agreements.</a:t>
            </a:r>
            <a:endParaRPr lang="en-US" sz="1300" dirty="0"/>
          </a:p>
          <a:p>
            <a:pPr indent="0" marL="0">
              <a:buNone/>
            </a:pPr>
            <a:endParaRPr lang="en-US" sz="1300" dirty="0"/>
          </a:p>
          <a:p>
            <a:pPr indent="0" marL="0">
              <a:buNone/>
            </a:pPr>
            <a:r>
              <a:rPr lang="en-US" sz="1300" dirty="0">
                <a:solidFill>
                  <a:srgbClr val="E8EDF4"/>
                </a:solidFill>
              </a:rPr>
              <a:t>Request itemized medical bills from El Paso Regional Medical Center rather than summary statements — itemized bills help catch billing errors and support future negotiations.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Document checklist for El Paso claims</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Photos of all vehicles and the scene from multiple angles</a:t>
            </a:r>
            <a:endParaRPr lang="en-US" sz="1400" dirty="0"/>
          </a:p>
          <a:p>
            <a:pPr marL="342900" indent="-342900">
              <a:buSzPct val="100000"/>
              <a:buChar char="•"/>
            </a:pPr>
            <a:r>
              <a:rPr lang="en-US" sz="1400" dirty="0">
                <a:solidFill>
                  <a:srgbClr val="E8EDF4"/>
                </a:solidFill>
              </a:rPr>
              <a:t>Witness names and phone numbers</a:t>
            </a:r>
            <a:endParaRPr lang="en-US" sz="1400" dirty="0"/>
          </a:p>
          <a:p>
            <a:pPr marL="342900" indent="-342900">
              <a:buSzPct val="100000"/>
              <a:buChar char="•"/>
            </a:pPr>
            <a:r>
              <a:rPr lang="en-US" sz="1400" dirty="0">
                <a:solidFill>
                  <a:srgbClr val="E8EDF4"/>
                </a:solidFill>
              </a:rPr>
              <a:t>Employer note for any missed work shifts</a:t>
            </a:r>
            <a:endParaRPr lang="en-US" sz="1400" dirty="0"/>
          </a:p>
          <a:p>
            <a:pPr marL="342900" indent="-342900">
              <a:buSzPct val="100000"/>
              <a:buChar char="•"/>
            </a:pPr>
            <a:r>
              <a:rPr lang="en-US" sz="1400" dirty="0">
                <a:solidFill>
                  <a:srgbClr val="E8EDF4"/>
                </a:solidFill>
              </a:rPr>
              <a:t>Insurance adjuster name, phone, and claim number</a:t>
            </a:r>
            <a:endParaRPr lang="en-US" sz="1400" dirty="0"/>
          </a:p>
          <a:p>
            <a:pPr marL="342900" indent="-342900">
              <a:buSzPct val="100000"/>
              <a:buChar char="•"/>
            </a:pPr>
            <a:r>
              <a:rPr lang="en-US" sz="1400" dirty="0">
                <a:solidFill>
                  <a:srgbClr val="E8EDF4"/>
                </a:solidFill>
              </a:rPr>
              <a:t>Repair estimates from at least two body shops</a:t>
            </a:r>
            <a:endParaRPr lang="en-US" sz="1400" dirty="0"/>
          </a:p>
          <a:p>
            <a:pPr marL="342900" indent="-342900">
              <a:buSzPct val="100000"/>
              <a:buChar char="•"/>
            </a:pPr>
            <a:r>
              <a:rPr lang="en-US" sz="1400" dirty="0">
                <a:solidFill>
                  <a:srgbClr val="E8EDF4"/>
                </a:solidFill>
              </a:rPr>
              <a:t>Mileage log for medical appointments</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El Paso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El Paso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El Paso.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El Paso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El Paso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El Paso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an El Paso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El Paso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El Paso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El Paso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an El Paso crash. Bobby Garcia Law offers free consultations 24/7 at (956) 668-7400 to help you understand timelines—Justice Made Simple.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El Paso. Review valuation reports for missing equipment, recent maintenance, and regional price adjustments.</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El Paso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El Paso collision.</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El Paso,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El Paso crash investigation checklist (part 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El Paso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El Paso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El Paso corridors—these facts often appear only on the first report draft.</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El Paso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El Paso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an El Paso collision.</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El Paso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El Paso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El Paso crash investigation checklist (part 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El Paso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El Paso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El Paso corridors—these facts often appear only on the first report draft.</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El Paso crash investigation checklist (part 7)</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El Paso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El Paso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El Paso corridors—these facts often appear only on the first report draft.</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El Paso crash investigation checklist (part 10)</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El Paso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El Paso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El Paso corridors—these facts often appear only on the first report draft.</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El Paso crash investigation checklist (part 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El Paso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El Paso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El Paso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El Paso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El Paso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El Paso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El Paso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El Paso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El Paso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El Paso clients can focus on recovery instead of chasing hospital billing departments.</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El Paso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El Paso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El Paso matter as if a jury will decide it, which improves settlement posture throughout the process.</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El Paso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El Paso case clearly before a judge and jury.</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El Paso crash investigation checklist (part 7)</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El Paso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El Paso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El Paso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El Paso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can I get a crash report in El Paso?</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Contact the investigating agency listed on your exchange-of-information form. El Paso County reports may also be available through local police or https://www.txdot.gov/.</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provide legal advice in El Paso?</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Law Office of Bobby Garcia, P.C. is a  We are</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there a fee to get matched through Bobby Garcia Law?</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Law Office of Bobby Garcia, P.C. is a free  Matched attorneys typically work on contingency — you pay no upfront attorney fee for the referral itself. Always confirm fee terms directly with any attorney you hire.</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an El Paso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an El Paso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Understanding Claims Adjusters in El Paso, Texas</dc:title>
  <dc:subject>PptxGenJS Presentation</dc:subject>
  <dc:creator>Law Office of Bobby Garcia</dc:creator>
  <cp:lastModifiedBy>Law Office of Bobby Garcia</cp:lastModifiedBy>
  <cp:revision>1</cp:revision>
  <dcterms:created xsi:type="dcterms:W3CDTF">2026-06-02T21:39:49Z</dcterms:created>
  <dcterms:modified xsi:type="dcterms:W3CDTF">2026-06-02T21:39:49Z</dcterms:modified>
</cp:coreProperties>
</file>