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College Station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College Station,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College Station adjusters reduce offers. Visit College Station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College Station.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College Station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College Station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College Station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College Station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College Station.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College Station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College Station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College Station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College Station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College Station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College Station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College Station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College Station.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College Station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College Station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College Station,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College Station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College Station clients can focus on recovery instead of chasing hospital billing departments.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College Station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College Station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College Station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College Station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College Station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College Station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College Station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College Station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College Station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College Station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College Station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College Station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College Station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College Station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College Station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College Station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College Station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College Station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College Station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College Station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College Station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College Station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College Station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College Station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College Station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College Station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College Station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College Station case clearly before a judge and jury.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College Station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College Station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College Station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College Station</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