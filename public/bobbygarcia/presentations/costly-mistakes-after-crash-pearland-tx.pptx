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7 Costly Mistakes After a Crash in Pearland</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Pearland,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1: Skipping medical care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Delayed treatment is the top reason Pearland adjusters reduce offers. Visit Pearland area hospitals and emergency departments within 24 hours when pain exists.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2: Recorded statements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are trained to elicit admissions. Politely decline until you understand injuries and coverage.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3: Social media</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Posts, check-ins, and photos can contradict injury claims — even innocent updates.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4: Missing the 2-year deadline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courts enforce statutes strictly. Calendar your deadline the day you are injured.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5: Accepting the first check</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include future medical care or wage loss on Major highways in Pearland.</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6: Poor crash report follow-up</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Obtain the official report and verify accuracy — errors on Pearland County / local jurisdiction reports are correctable in some cases.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7: DIY negotiation on serious injuries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Complex Pearland crashes involving surgery, permanent impairment, or commercial vehicles usually need professional evaluation.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Pearland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Pearland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Pearland.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Pearland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Pearland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Pearland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Pearland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Pearland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Pearland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Pearland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Pearland crash. Bobby Garcia Law offers free consultations 24/7 at (956) 668-7400 to help you understand timelines—Justice Made Simple.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Pearland. Review valuation reports for missing equipment, recent maintenance, and regional price adjustments.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Pearland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Pearland collision.</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Pearland,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Pearland crash investigation checklist (part 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Pearland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Pearland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Pearland corridors—these facts often appear only on the first report draft.</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Pearland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Pearland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Pearland collision.</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Pearland</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Pearland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Pearland crash investigation checklist (part 4)</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Pearland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Pearland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Pearland corridors—these facts often appear only on the first report draft.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Pearland crash investigation checklist (part 7)</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Pearland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Pearland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Pearland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Pearland crash investigation checklist (part 10)</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Pearland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Pearland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Pearland corridors—these facts often appear only on the first report draft.</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Pearland crash investigation checklist (part 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Pearland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Pearland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Pearland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Pearland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Pearland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Pearland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Pearland</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Pearland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Pearland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Pearland clients can focus on recovery instead of chasing hospital billing departments.</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Pearland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Pearland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Pearland matter as if a jury will decide it, which improves settlement posture throughout the process.</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Pearland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Pearland case clearly before a judge and jury.</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Pearland crash investigation checklist (part 7)</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Pearland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Pearland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Pearland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Pearland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Pearland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Pearland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Pearland</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Pearland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Pearland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Pearland clients can focus on recovery instead of chasing hospital billing departments.</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Pearland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Pearland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Pearland matter as if a jury will decide it, which improves settlement posture throughout the process.</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Pearland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Pearland case clearly before a judge and jury.</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Pearland crash investigation checklist (part 13)</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Pearland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Pearland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Pearland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Pearland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Pearland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Pearland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Pearland</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Pearland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Pearland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Pearland clients can focus on recovery instead of chasing hospital billing departments.</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Pearland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Pearland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Pearland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Mistakes After a Crash in Pearland</dc:title>
  <dc:subject>PptxGenJS Presentation</dc:subject>
  <dc:creator>Law Office of Bobby Garcia</dc:creator>
  <cp:lastModifiedBy>Law Office of Bobby Garcia</cp:lastModifiedBy>
  <cp:revision>1</cp:revision>
  <dcterms:created xsi:type="dcterms:W3CDTF">2026-06-02T21:39:48Z</dcterms:created>
  <dcterms:modified xsi:type="dcterms:W3CDTF">2026-06-02T21:39:48Z</dcterms:modified>
</cp:coreProperties>
</file>