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Amarillo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Amarillo,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Amarillo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Amarillo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Amarillo.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Amarillo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Amarillo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Amarillo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Amarillo.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Amarillo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Amarillo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Amarillo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Amarillo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Amarillo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Amarillo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Amarillo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Amarillo.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Amarillo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Amarillo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Amarillo,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Amarillo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Amarillo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Amarillo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Amarillo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Amarillo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Amarillo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Amarillo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Amarillo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Amarillo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Amarillo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Amarillo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Amarillo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Amarillo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Amarillo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Amarillo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Amarillo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Amarillo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Amarillo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Amarillo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Amarillo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Amarillo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Amarillo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Amarillo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Amarillo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Amarillo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Amarillo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Amarillo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Amarillo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Amarillo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Amarillo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Amarillo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Amarillo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