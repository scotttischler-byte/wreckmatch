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McKinney</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McKinney,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McKinney or surface streets in McKinney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McKinney County / local jurisdiction dispatch will route McKinney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McKinney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McKinney and in McKinney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McKinney has McKinney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McKinney,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McKinney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McKinney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McKinney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McKinney.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McKinney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McKinney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McKinney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McKinney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McKinney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McKinney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McKinney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McKinney.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McKinney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McKinney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McKinney,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McKinney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McKinney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McKinney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McKinney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McKinney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McKinney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McKinney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McKinney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McKinney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McKinney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McKinney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McKinney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McKinney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McKinney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McKinney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McKinney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McKinney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McKinney</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