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Allen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Allen,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Allen or surface streets in Allen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Allen County / local jurisdiction dispatch will route Allen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Allen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Allen and in Allen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Allen has Allen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Allen,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Allen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Allen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Allen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Allen.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Allen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Allen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Allen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Allen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Allen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Allen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Allen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Allen.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Allen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Allen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Allen,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Allen collision.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Allen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Allen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Allen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Allen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Allen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Allen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Allen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Allen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Allen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Allen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Allen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Allen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Allen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Allen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Allen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Allen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Allen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Allen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Allen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Allen</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