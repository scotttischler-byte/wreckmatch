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Workplace Injury Lawyer in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Texas,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On-the-job injury representation across South Texas and Houston.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Texas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Texas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Texas.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Texas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Texas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Texas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Texas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Texas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Texas.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Texas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Texas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Texas,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Texas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Texas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Workplace Injury Lawyer in Texas</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