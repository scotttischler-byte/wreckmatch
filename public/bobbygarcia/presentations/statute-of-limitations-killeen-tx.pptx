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Killeen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Killeen,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Killeen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Killeen.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Killeen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Killeen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Killeen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Killeen.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Killeen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Killeen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Killeen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Killeen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Killeen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Killeen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Killeen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Killeen.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Killeen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Killeen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Killeen,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Killeen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Killeen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Killeen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Killeen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Killeen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Killeen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Killeen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Killeen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