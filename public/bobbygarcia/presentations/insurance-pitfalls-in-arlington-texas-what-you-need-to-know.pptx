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Insurance Pitfalls in Arlington, Texas: What You Need to Know</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Arlington,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Confirm coverage at the scene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Ask for insurance card photos and verify policy status. In Arlington, uninsured motorist rates track with statewide averages — always assume minimum limits until verified.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Your UM/UIM policy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Uninsured/underinsured motorist coverage on your policy may pay when the at-fault driver has no coverage or insufficient 30/60/25 limits.</a:t>
            </a:r>
            <a:endParaRPr lang="en-US" sz="1300" dirty="0"/>
          </a:p>
          <a:p>
            <a:pPr indent="0" marL="0">
              <a:buNone/>
            </a:pPr>
            <a:endParaRPr lang="en-US" sz="1300" dirty="0"/>
          </a:p>
          <a:p>
            <a:pPr indent="0" marL="0">
              <a:buNone/>
            </a:pPr>
            <a:r>
              <a:rPr lang="en-US" sz="1300" dirty="0">
                <a:solidFill>
                  <a:srgbClr val="E8EDF4"/>
                </a:solidFill>
              </a:rPr>
              <a:t>Notify your carrier promptly; UM claims still require documentation of injuries and damages.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Hit-and-run steps in Arlington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Report hit-and-runs immediately to Arlington police. UM coverage often requires a police report within 24–72 hours.</a:t>
            </a:r>
            <a:endParaRPr lang="en-US" sz="1300" dirty="0"/>
          </a:p>
          <a:p>
            <a:pPr indent="0" marL="0">
              <a:buNone/>
            </a:pPr>
            <a:endParaRPr lang="en-US" sz="1300" dirty="0"/>
          </a:p>
          <a:p>
            <a:pPr indent="0" marL="0">
              <a:buNone/>
            </a:pPr>
            <a:r>
              <a:rPr lang="en-US" sz="1300" dirty="0">
                <a:solidFill>
                  <a:srgbClr val="E8EDF4"/>
                </a:solidFill>
              </a:rPr>
              <a:t>Seek witnesses and camera footage near Arlington downtown interchange.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and financial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Use Arlington Regional Medical Center if injured. Track lost wages and transportation costs.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litigation may be necessary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If UM/UIM carriers deny or lowball offers, a licensed Texas attorney can evaluate bad-faith and negligence claims against the at-fault driver directly.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Arlington residents often use Arlington Regional Medical Center, Arlington General Hospital after serious collisions. Level I trauma care is available at Arlington Level I Trauma Center.</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Arlington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I-95, I-75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13,514 reported crashes annually (est.). High-risk areas include Arlington downtown interchange; Major highway corridor near Arlington.</a:t>
            </a:r>
            <a:endParaRPr lang="en-US" sz="1300" dirty="0"/>
          </a:p>
          <a:p>
            <a:pPr indent="0" marL="0">
              <a:buNone/>
            </a:pPr>
            <a:endParaRPr lang="en-US" sz="1300" dirty="0"/>
          </a:p>
          <a:p>
            <a:pPr indent="0" marL="0">
              <a:buNone/>
            </a:pPr>
            <a:r>
              <a:rPr lang="en-US" sz="1300" dirty="0">
                <a:solidFill>
                  <a:srgbClr val="E8EDF4"/>
                </a:solidFill>
              </a:rPr>
              <a:t>If your collision occurred near I-95,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the investigating agency. Arlington County Civil Court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Arlington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Arlington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Arlington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Arlington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Arlington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I-95 to Arlington Regional Medical Center, keep ambulance, ER, and follow-up bills organized. UM/UIM and MedPay endorsements may apply when the other driver is underinsured.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Arlington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Arlington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Arlington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Arlington Regional Medical Center rather than summary statements — itemized bills help catch billing errors and support future negotiations.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Arlington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Arlington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Arlington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Arlington.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Arlington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Arlington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Arlington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Arlington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Arlington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Arlington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Arlington crash. Bobby Garcia Law offers free consultations 24/7 at (956) 668-7400 to help you understand timelines—Justice Made Simple.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Arlington. Review valuation reports for missing equipment, recent maintenance, and regional price adjustments.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Arlington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Arlington collision.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Arlington,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Arlington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Arlington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Arlington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Arlington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Arlington corridors—these facts often appear only on the first report draft.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Arlington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Arlington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Arlington collision.</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Arlington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Arlington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Arlington corridors—these facts often appear only on the first report draft.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Arlington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Arlington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Arlington corridors—these facts often appear only on the first report draft.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Arlington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Arlington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Arlington corridors—these facts often appear only on the first report draft.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Arlington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Arlington case clearly before a judge and jury.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Arlington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Arlington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Arlington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Arlington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Arlington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Arlington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Arlington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Arlington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Arlington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Arlington clients can focus on recovery instead of chasing hospital billing departments.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Arlington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Arlington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Arlington matter as if a jury will decide it, which improves settlement posture throughout the process.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Arlington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Arlington case clearly before a judge and jury.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Arlington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Arlington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Arlington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Arlington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Arlington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Arlington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Arlington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Arlington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Will my rates increase if I use UM/UIM coverage?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Rules vary by carrier and state. Ask your insurer in writing; using UM after a not-at-fault crash is often protected — verify your policy.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Arlington?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Arlington County reports may also be available through local police or https://www.txdot.gov/.</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Arlington?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there a fee to get matched through Bobby Garcia Law?</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Law Office of Bobby Garcia, P.C. is a free  Matched attorneys typically work on contingency — you pay no upfront attorney fee for the referral itself. Always confirm fee terms directly with any attorney you hire.</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Arlington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Pitfalls in Arlington, Texas: What You Need to Know</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