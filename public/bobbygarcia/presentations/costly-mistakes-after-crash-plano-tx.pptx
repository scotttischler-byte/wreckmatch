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Plano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Plano,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Plano adjusters reduce offers. Visit Plano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Plano.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Plano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Plano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Plano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Plano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Plano.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Plano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Plano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Plano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Plano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Plano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Plano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Plano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Plano.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Plano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Plano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Plano,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Plano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Plano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Plano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Plano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Plano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Plano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Plano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Plano</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