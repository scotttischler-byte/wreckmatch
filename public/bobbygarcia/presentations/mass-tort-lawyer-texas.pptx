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Mass Tort Lawyer in Texas</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Texas,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How Bobby Garcia Law can help</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Mass tort actions against corporations that harm consumers — defective products, medications, and medical devices. Call (956) 668-7400 — available 24/7. Free confidential consultations.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Texas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Texas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Texas.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Texas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Texas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Texas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Texas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Texas crash. Bobby Garcia Law offers free consultations 24/7 at (956) 668-7400 to help you understand timelines—Justice Made Simple.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Texas. Review valuation reports for missing equipment, recent maintenance, and regional price adjustments.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Texas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Texas collision.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Texas,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5)</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8)</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Texas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Texas case clearly before a judge and jury.</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crash investigation checklist (part 14)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Texas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Texas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Texas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Texas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Texas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Texas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Texas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Texas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Texas clients can focus on recovery instead of chasing hospital billing departments.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Texas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Texas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Texas matter as if a jury will decide it, which improves settlement posture throughout the process.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Texas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Texas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Mass Tort Lawyer in Texas</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