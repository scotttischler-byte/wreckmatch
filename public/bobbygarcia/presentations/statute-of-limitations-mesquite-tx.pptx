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Statute of Limitations in Texas — Mesquite Guide</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Mesquite,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deadline overview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car accident injury lawsuits must be filed within 2 years of the injury date. Missing this deadline can permanently bar recovery.</a:t>
            </a:r>
            <a:endParaRPr lang="en-US" sz="1300" dirty="0"/>
          </a:p>
          <a:p>
            <a:pPr indent="0" marL="0">
              <a:buNone/>
            </a:pPr>
            <a:endParaRPr lang="en-US" sz="1300" dirty="0"/>
          </a:p>
          <a:p>
            <a:pPr indent="0" marL="0">
              <a:buNone/>
            </a:pPr>
            <a:r>
              <a:rPr lang="en-US" sz="1300" dirty="0">
                <a:solidFill>
                  <a:srgbClr val="E8EDF4"/>
                </a:solidFill>
              </a:rPr>
              <a:t>Wrongful death, government-entity, and minor claimant cases may follow different rules. This article is educational — confirm your dates with a licensed Texas attorney.</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waiting hurts Mesquite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With ~thousands of annual crashes in the Mesquite area, evidence fades fast: skid marks wash away, witnesses relocate, and video is overwritten.</a:t>
            </a:r>
            <a:endParaRPr lang="en-US" sz="1300" dirty="0"/>
          </a:p>
          <a:p>
            <a:pPr indent="0" marL="0">
              <a:buNone/>
            </a:pPr>
            <a:endParaRPr lang="en-US" sz="1300" dirty="0"/>
          </a:p>
          <a:p>
            <a:pPr indent="0" marL="0">
              <a:buNone/>
            </a:pPr>
            <a:r>
              <a:rPr lang="en-US" sz="1300" dirty="0">
                <a:solidFill>
                  <a:srgbClr val="E8EDF4"/>
                </a:solidFill>
              </a:rPr>
              <a:t>Insurers begin building a file immediately. Early recorded statements can lock in descriptions before you know the full extent of injuries.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Comparative fault in Texas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51% bar rules. If you are found partially at fault, compensation may be reduced or barred depending on your percentage.</a:t>
            </a:r>
            <a:endParaRPr lang="en-US" sz="1300" dirty="0"/>
          </a:p>
          <a:p>
            <a:pPr indent="0" marL="0">
              <a:buNone/>
            </a:pPr>
            <a:endParaRPr lang="en-US" sz="1300" dirty="0"/>
          </a:p>
          <a:p>
            <a:pPr indent="0" marL="0">
              <a:buNone/>
            </a:pPr>
            <a:r>
              <a:rPr lang="en-US" sz="1300" dirty="0">
                <a:solidFill>
                  <a:srgbClr val="E8EDF4"/>
                </a:solidFill>
              </a:rPr>
              <a:t>Document everything that supports the other driver's negligence — traffic citations, 911 calls, and witness statements.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at least 30/60/25 in liability coverage (verify current law). Many at-fault drivers carry only minimums.</a:t>
            </a:r>
            <a:endParaRPr lang="en-US" sz="1300" dirty="0"/>
          </a:p>
          <a:p>
            <a:pPr indent="0" marL="0">
              <a:buNone/>
            </a:pPr>
            <a:endParaRPr lang="en-US" sz="1300" dirty="0"/>
          </a:p>
          <a:p>
            <a:pPr indent="0" marL="0">
              <a:buNone/>
            </a:pPr>
            <a:r>
              <a:rPr lang="en-US" sz="1300" dirty="0">
                <a:solidFill>
                  <a:srgbClr val="E8EDF4"/>
                </a:solidFill>
              </a:rPr>
              <a:t>Review your declarations page for UM/UIM, MedPay, and PIP. These coverages can matter when the other driver is uninsured or underinsured in Mesquite.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Government and special entities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Claims involving city buses, state vehicles, or federal property often require earlier notice than the standard 2-year window. Missing a notice deadline can defeat an otherwise valid claim.</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Practical timeline for Mesquite residents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Day 1–7: Medical care, police report, insurer notification (facts only).</a:t>
            </a:r>
            <a:endParaRPr lang="en-US" sz="1300" dirty="0"/>
          </a:p>
          <a:p>
            <a:pPr indent="0" marL="0">
              <a:buNone/>
            </a:pPr>
            <a:endParaRPr lang="en-US" sz="1300" dirty="0"/>
          </a:p>
          <a:p>
            <a:pPr indent="0" marL="0">
              <a:buNone/>
            </a:pPr>
            <a:r>
              <a:rPr lang="en-US" sz="1300" dirty="0">
                <a:solidFill>
                  <a:srgbClr val="E8EDF4"/>
                </a:solidFill>
              </a:rPr>
              <a:t>Week 2–8: Follow treatment plans, gather bills, avoid social media posts about the crash.</a:t>
            </a:r>
            <a:endParaRPr lang="en-US" sz="1300" dirty="0"/>
          </a:p>
          <a:p>
            <a:pPr indent="0" marL="0">
              <a:buNone/>
            </a:pPr>
            <a:endParaRPr lang="en-US" sz="1300" dirty="0"/>
          </a:p>
          <a:p>
            <a:pPr indent="0" marL="0">
              <a:buNone/>
            </a:pPr>
            <a:r>
              <a:rPr lang="en-US" sz="1300" dirty="0">
                <a:solidFill>
                  <a:srgbClr val="E8EDF4"/>
                </a:solidFill>
              </a:rPr>
              <a:t>Month 2+: If injuries continue, consult counsel before accepting settlement releases.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Mesquite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Mesquite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Mesquite.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Mesquite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Mesquite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Mesquite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 Mesquite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Mesquite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Mesquite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Mesquite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 Mesquite crash. Bobby Garcia Law offers free consultations 24/7 at (956) 668-7400 to help you understand timelines—Justice Made Simple.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Mesquite. Review valuation reports for missing equipment, recent maintenance, and regional price adjustments.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Mesquite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Mesquite collision.</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Mesquite,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Mesquite crash investigation checklist (part 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Mesquite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Mesquite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Mesquite corridors—these facts often appear only on the first report draft.</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Mesquite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Mesquite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Mesquite collision.</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Mesquite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Mesquite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Mesquite crash investigation checklist (part 4)</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Mesquite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Mesquite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Mesquite corridors—these facts often appear only on the first report draft.</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Mesquite crash investigation checklist (part 7)</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Mesquite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Mesquite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Mesquite corridors—these facts often appear only on the first report draft.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Mesquite crash investigation checklist (part 10)</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Mesquite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Mesquite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Mesquite corridors—these facts often appear only on the first report draft.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Mesquite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Mesquite clients can focus on recovery instead of chasing hospital billing departments.</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Mesquite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Mesquite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Mesquite matter as if a jury will decide it, which improves settlement posture throughout the process.</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Mesquite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Mesquite case clearly before a judge and jury.</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Mesquite crash investigation checklist (part 4)</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Mesquite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Mesquite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Mesquite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Mesquite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Mesquite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Mesquite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Mesquite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Mesquite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Mesquite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Mesquite clients can focus on recovery instead of chasing hospital billing departments.</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Mesquite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Mesquite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Mesquite matter as if a jury will decide it, which improves settlement posture throughout the process.</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Mesquite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Mesquite case clearly before a judge and jury.</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Mesquite crash investigation checklist (part 10)</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Mesquite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Mesquite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Mesquite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Mesquite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Mesquite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Mesquite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Mesquite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Mesquite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Mesquite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Mesquite clients can focus on recovery instead of chasing hospital billing departments.</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Mesquite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Mesquite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Mesquite matter as if a jury will decide it, which improves settlement posture throughout the process.</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Mesquite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Mesquite case clearly before a judge and jury.</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Mesquite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 Mesquite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 Mesquite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Statute of Limitations in Texas — Mesquite Guide</dc:title>
  <dc:subject>PptxGenJS Presentation</dc:subject>
  <dc:creator>Law Office of Bobby Garcia</dc:creator>
  <cp:lastModifiedBy>Law Office of Bobby Garcia</cp:lastModifiedBy>
  <cp:revision>1</cp:revision>
  <dcterms:created xsi:type="dcterms:W3CDTF">2026-06-02T21:39:49Z</dcterms:created>
  <dcterms:modified xsi:type="dcterms:W3CDTF">2026-06-02T21:39:49Z</dcterms:modified>
</cp:coreProperties>
</file>