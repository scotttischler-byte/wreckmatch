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Waco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Waco,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Waco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Waco.</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Waco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Waco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Waco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Waco.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Waco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Waco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Waco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Waco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Waco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Waco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Waco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Waco.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Waco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Waco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Waco,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Waco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Waco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Waco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Waco clients can focus on recovery instead of chasing hospital billing departments.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Waco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Waco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Waco matter as if a jury will decide it, which improves settlement posture throughout the process.</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Waco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Waco case clearly before a judge and jury.</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Waco crash investigation checklist (part 13)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Waco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Waco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Waco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Waco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Waco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Waco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Waco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Waco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Waco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Waco Guide</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