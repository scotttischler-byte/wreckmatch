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Corpus Christi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Corpus Christi,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Corpus Christi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Corpus Christi.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Corpus Christi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Corpus Christi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Corpus Christi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Corpus Christi.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Corpus Christi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Corpus Christi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Corpus Christi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Corpus Christi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Corpus Christi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Corpus Christi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Corpus Christi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Corpus Christi.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Corpus Christi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Corpus Christi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Corpus Christi,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Corpus Christi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Corpus Christi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Corpus Christi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Corpus Christi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