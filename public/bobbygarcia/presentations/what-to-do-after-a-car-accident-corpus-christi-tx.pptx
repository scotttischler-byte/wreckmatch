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Corpus Christi</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Corpus Christi,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Corpus Christi or surface streets in Corpus Christi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Corpus Christi County / local jurisdiction dispatch will route Corpus Christi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Corpus Christi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Corpus Christi and in Corpus Christi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Corpus Christi has Corpus Christi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Corpus Christi</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Corpus Christi,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Corpus Christi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Corpus Christi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Corpus Christi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Corpus Christi.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Corpus Christi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Corpus Christi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Corpus Christi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Corpus Christi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Corpus Christi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Corpus Christi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Corpus Christi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Corpus Christi.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Corpus Christi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Corpus Christi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Corpus Christi,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Corpus Christi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Corpus Christi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Corpus Christi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Corpus Christi</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Corpus Christi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Corpus Christi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Corpus Christi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Corpus Christi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Corpus Christi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Corpus Christi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Corpus Christi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Corpus Christi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Corpus Christi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Corpus Christi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Corpus Christi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Corpus Christi</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Corpus Christi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Corpus Christi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Corpus Christi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Corpus Christi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Corpus Christi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Corpus Christi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Corpus Christi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Corpus Christi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Corpus Christi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Corpus Christi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Corpus Christi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Corpus Christi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Corpus Christi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Corpus Christi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Corpus Christi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Corpus Christi</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Corpus Christi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Corpus Christi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Corpus Christi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Corpus Christi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Corpus Christi</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