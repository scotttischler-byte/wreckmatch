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Insurance Pitfalls in Houston, Texas: What You Need to Know</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Houston,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Confirm coverage at the scene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Ask for insurance card photos and verify policy status. In Houston, uninsured motorist rates track with statewide averages — always assume minimum limits until verified.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Your UM/UIM policy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Uninsured/underinsured motorist coverage on your policy may pay when the at-fault driver has no coverage or insufficient 30/60/25 limits.</a:t>
            </a:r>
            <a:endParaRPr lang="en-US" sz="1300" dirty="0"/>
          </a:p>
          <a:p>
            <a:pPr indent="0" marL="0">
              <a:buNone/>
            </a:pPr>
            <a:endParaRPr lang="en-US" sz="1300" dirty="0"/>
          </a:p>
          <a:p>
            <a:pPr indent="0" marL="0">
              <a:buNone/>
            </a:pPr>
            <a:r>
              <a:rPr lang="en-US" sz="1300" dirty="0">
                <a:solidFill>
                  <a:srgbClr val="E8EDF4"/>
                </a:solidFill>
              </a:rPr>
              <a:t>Notify your carrier promptly; UM claims still require documentation of injuries and damages.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Hit-and-run steps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Report hit-and-runs immediately to Houston police. UM coverage often requires a police report within 24–72 hours.</a:t>
            </a:r>
            <a:endParaRPr lang="en-US" sz="1300" dirty="0"/>
          </a:p>
          <a:p>
            <a:pPr indent="0" marL="0">
              <a:buNone/>
            </a:pPr>
            <a:endParaRPr lang="en-US" sz="1300" dirty="0"/>
          </a:p>
          <a:p>
            <a:pPr indent="0" marL="0">
              <a:buNone/>
            </a:pPr>
            <a:r>
              <a:rPr lang="en-US" sz="1300" dirty="0">
                <a:solidFill>
                  <a:srgbClr val="E8EDF4"/>
                </a:solidFill>
              </a:rPr>
              <a:t>Seek witnesses and camera footage near I-45 at North Loop.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and financial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Use Memorial Hermann-TMC if injured. Track lost wages and transportation costs.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litigation may be necessary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If UM/UIM carriers deny or lowball offers, a licensed Texas attorney can evaluate bad-faith and negligence claims against the at-fault driver directly.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Houston residents often use Memorial Hermann-TMC, Houston Methodist, Ben Taub Hospital after serious collisions. Level I trauma care is available at Memorial Hermann-TMC.</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Houston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I-10, I-45, I-69, US-59, Loop 610, Beltway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66,000 reported crashes annually (est.). High-risk areas include I-45 at North Loop; I-10 Katy Freeway; US-59 at Westpark.</a:t>
            </a:r>
            <a:endParaRPr lang="en-US" sz="1300" dirty="0"/>
          </a:p>
          <a:p>
            <a:pPr indent="0" marL="0">
              <a:buNone/>
            </a:pPr>
            <a:endParaRPr lang="en-US" sz="1300" dirty="0"/>
          </a:p>
          <a:p>
            <a:pPr indent="0" marL="0">
              <a:buNone/>
            </a:pPr>
            <a:r>
              <a:rPr lang="en-US" sz="1300" dirty="0">
                <a:solidFill>
                  <a:srgbClr val="E8EDF4"/>
                </a:solidFill>
              </a:rPr>
              <a:t>If your collision occurred near I-10,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Harris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local law enforcement. Harris County District Courts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Houston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Houston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Houston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Houston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I-10 to Memorial Hermann-TMC, keep ambulance, ER, and follow-up bills organized. UM/UIM and MedPay endorsements may apply when the other driver is underinsured.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Houston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Houston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Houston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Memorial Hermann-TMC rather than summary statements — itemized bills help catch billing errors and support future negotiations.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Houston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Houston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Houston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Houston.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Houston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Houston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Houston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Houston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Houston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Houston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Houston crash. Bobby Garcia Law offers free consultations 24/7 at (956) 668-7400 to help you understand timelines—Justice Made Simple.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Houston. Review valuation reports for missing equipment, recent maintenance, and regional price adjustments.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Houston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Houston collision.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Houston,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Houston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Houston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Houston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Houston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Houston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Houston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Houston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Houston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Houston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Houston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Will my rates increase if I use UM/UIM coverage?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Rules vary by carrier and state. Ask your insurer in writing; using UM after a not-at-fault crash is often protected — verify your policy.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Houston?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Harris County reports may also be available through local police or https://www.txdot.gov/.</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Houston?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Houston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Pitfalls in Houston, Texas: What You Need to Know</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