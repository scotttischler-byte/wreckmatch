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Pasadena</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Pasadena,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Pasadena or surface streets in Pasadena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Pasadena County / local jurisdiction dispatch will route Pasadena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Pasadena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Pasadena and in Pasadena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Pasadena has Pasadena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Pasadena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Pasadena,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Pasadena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Pasadena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Pasadena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Pasadena.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Pasadena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Pasadena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Pasadena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Pasadena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Pasadena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Pasadena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Pasadena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Pasadena.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Pasadena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Pasadena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Pasadena,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Pasadena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Pasadena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Pasadena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Pasadena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Pasadena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Pasadena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Pasadena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Pasadena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Pasadena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Pasadena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Pasadena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Pasadena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Pasadena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Pasadena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Pasadena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Pasadena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Pasadena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Pasadena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Pasadena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Pasadena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Pasadena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Pasadena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Pasadena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Pasadena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Pasadena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Pasadena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Pasadena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Pasadena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Pasadena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Pasadena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Pasadena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Pasadena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Pasadena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Pasadena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Pasadena</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