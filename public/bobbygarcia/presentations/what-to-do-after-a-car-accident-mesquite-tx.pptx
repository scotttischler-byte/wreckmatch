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Mesquite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Mesquite,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Mesquite or surface streets in Mesquite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Mesquite County / local jurisdiction dispatch will route Mesquite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Mesquite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Mesquite and in Mesquite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Mesquite has Mesquite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Mesquite,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Mesquite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Mesquite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Mesquite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Mesquite.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Mesquite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Mesquite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Mesquite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Mesquite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Mesquite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Mesquite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Mesquite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Mesquite.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Mesquite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Mesquite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Mesquite,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Mesquite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Mesquite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Mesquite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Mesquite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Mesquite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Mesquite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Mesquite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Mesquite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Mesquite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Mesquite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Mesquite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Mesquite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Mesquite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Mesquite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Mesquite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Mesquite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Mesquite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Mesquite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Mesquite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Mesquite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Mesquite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Mesquite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Mesquite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Mesquite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Mesquite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Mesquite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