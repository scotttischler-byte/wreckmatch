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Personal Injury Lawyer in Mission, TX</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Mission,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How Bobby Garcia Law can help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Mission, Texas injury claims handled by experienced trial lawyers. Call (956) 668-7400 — available 24/7. Free confidential consultations.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Mission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Mission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Mission.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Mission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Mission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Mission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Mission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Mission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Mission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Mission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Mission crash. Bobby Garcia Law offers free consultations 24/7 at (956) 668-7400 to help you understand timelines—Justice Made Simple.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Mission. Review valuation reports for missing equipment, recent maintenance, and regional price adjustments.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Mission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Mission collision.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Mission,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Mission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Mission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Mission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Mission corridors—these facts often appear only on the first report draft.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Mission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Mission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Mission collision.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Mission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Mission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Mission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Mission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Mission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Mission corridors—these facts often appear only on the first report draft.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Mission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Mission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Mission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Mission corridors—these facts often appear only on the first report draft.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Mission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Mission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Mission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Mission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Mission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Mission clients can focus on recovery instead of chasing hospital billing departments.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Mission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Mission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Mission matter as if a jury will decide it, which improves settlement posture throughout the process.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Mission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Mission case clearly before a judge and jury.</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Mission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Mission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Mission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Mission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Mission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Mission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Mission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Mission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Mission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Mission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Mission clients can focus on recovery instead of chasing hospital billing departments.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Mission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Mission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Mission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Mission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Mission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Mission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Mission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Mission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Mission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Mission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Mission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Mission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Mission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Mission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Mission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Mission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Mission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Mission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Mission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Mission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Mission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Mission crash investigation checklist (part 16)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Mission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Mission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Mission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Mission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Mission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Mission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Mission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Mission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Mission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Mission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Injury Lawyer in Mission, TX</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