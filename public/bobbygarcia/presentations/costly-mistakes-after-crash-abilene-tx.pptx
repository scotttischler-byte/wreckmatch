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Abilene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Abilene,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Abilene adjusters reduce offers. Visit Abilene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Abilene.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Abilene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Abilene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Abilene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Abilene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Abilene.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Abilene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Abilene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Abilene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Abilene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Abilene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Abilene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Abilene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Abilene.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Abilene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Abilene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Abilene,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Abilene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Abilene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Abilene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Abilene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Abilene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