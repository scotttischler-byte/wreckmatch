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Round Rock</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Round Rock,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Round Rock or surface streets in Round Rock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Round Rock County / local jurisdiction dispatch will route Round Rock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Round Rock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Round Rock and in Round Rock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Round Rock has Round Rock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Round Rock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Round Rock,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Round Rock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Round Rock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Round Rock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Round Rock.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Round Rock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Round Rock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Round Rock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Round Rock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Round Rock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Round Rock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Round Rock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Round Rock.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Round Rock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Round Rock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Round Rock,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Round Rock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Round Rock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Round Rock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Round Rock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Round Rock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Round Rock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Round Rock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Round Rock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Round Rock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Round Rock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Round Rock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Round Rock clients can focus on recovery instead of chasing hospital billing departments.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Round Rock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Round Rock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Round Rock matter as if a jury will decide it, which improves settlement posture throughout the process.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Round Rock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Round Rock case clearly before a judge and jury.</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Round Rock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Round Rock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Round Rock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Round Rock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Round Rock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Round Rock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Round Rock clients can focus on recovery instead of chasing hospital billing departments.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Round Rock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Round Rock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Round Rock matter as if a jury will decide it, which improves settlement posture throughout the process.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Round Rock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Round Rock case clearly before a judge and jury.</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Round Rock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Round Rock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Round Rock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Round Rock</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