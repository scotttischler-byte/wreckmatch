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Personal Injury Law Firm in Edinburg, TX</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Edinburg,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Rio Grande Valley personal injury attorneys serving Edinburg from 5301 S McColl Rd — free consultations 24/7.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Edinburg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Edinburg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Edinburg.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Edinburg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Edinburg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Edinburg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Edinburg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Edinburg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Edinburg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Edinburg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Edinburg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Edinburg.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Edinburg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Edinburg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Edinburg,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Edinburg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Edinburg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Edinburg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Edinburg corridors—these facts often appear only on the first report draft.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Edinburg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Edinburg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Edinburg collision.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Edinburg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Edinburg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Edinburg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Edinburg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Edinburg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Edinburg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Edinburg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Edinburg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Edinburg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Edinburg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Edinburg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Edinburg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Edinburg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Edinburg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Edinburg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Edinburg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Edinburg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Edinburg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Edinburg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Edinburg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Edinburg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Edinburg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Edinburg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Edinburg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Edinburg clients can focus on recovery instead of chasing hospital billing departments.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Edinburg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Edinburg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Edinburg matter as if a jury will decide it, which improves settlement posture throughout the process.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Edinburg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Edinburg case clearly before a judge and jury.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Edinburg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Edinburg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Edinburg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Edinburg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Edinburg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Edinburg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Edinburg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Edinburg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Edinburg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Edinburg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Edinburg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Edinburg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Edinburg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Edinburg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Edinburg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Edinburg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Edinburg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Edinburg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Edinburg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Edinburg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Edinburg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Edinburg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Edinburg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Edinburg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Edinburg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Edinburg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Edinburg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Edinburg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Edinburg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Edinburg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Edinburg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Edinburg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Edinburg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Edinburg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Injury Law Firm in Edinburg, TX</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