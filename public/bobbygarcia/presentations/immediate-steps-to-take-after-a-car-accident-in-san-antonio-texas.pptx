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Immediate Steps to Take After a Car Accident in San Antonio, Texas</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San Antonio,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I-95 or surface streets in San Antonio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San Antonio County dispatch will route San Antonio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San Antonio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San Antonio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I-95, I-75 and in San Antonio County.</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San Antonio has San Antonio Regional Medical Center and San Antonio General Hospital among its major facilities. Level I trauma care is available at San Antonio Level I Trauma Center.</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San Antonio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San Antonio downtown interchange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San Antonio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San Antonio medical resources after a crash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San Antonio residents often use San Antonio Regional Medical Center, San Antonio General Hospital after serious collisions. Level I trauma care is available at San Antonio Level I Trauma Center.</a:t>
            </a:r>
            <a:endParaRPr lang="en-US" sz="1300" dirty="0"/>
          </a:p>
          <a:p>
            <a:pPr indent="0" marL="0">
              <a:buNone/>
            </a:pPr>
            <a:endParaRPr lang="en-US" sz="1300" dirty="0"/>
          </a:p>
          <a:p>
            <a:pPr indent="0" marL="0">
              <a:buNone/>
            </a:pPr>
            <a:r>
              <a:rPr lang="en-US" sz="1300" dirty="0">
                <a:solidFill>
                  <a:srgbClr val="E8EDF4"/>
                </a:solidFill>
              </a:rPr>
              <a:t>Document every provider visit — gaps in treatment are a common reason TX insurers reduce settlement offers.</a:t>
            </a:r>
            <a:endParaRPr lang="en-US" sz="1300" dirty="0"/>
          </a:p>
          <a:p>
            <a:pPr indent="0" marL="0">
              <a:buNone/>
            </a:pPr>
            <a:endParaRPr lang="en-US" sz="1300" dirty="0"/>
          </a:p>
          <a:p>
            <a:pPr indent="0" marL="0">
              <a:buNone/>
            </a:pPr>
            <a:r>
              <a:rPr lang="en-US" sz="1300" dirty="0">
                <a:solidFill>
                  <a:srgbClr val="E8EDF4"/>
                </a:solidFill>
              </a:rPr>
              <a:t>Keep receipts for prescriptions, imaging (MRI/CT), physical therapy, and medical transport.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San Antonio medical resources after a crash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the same day when safe</a:t>
            </a:r>
            <a:endParaRPr lang="en-US" sz="1400" dirty="0"/>
          </a:p>
          <a:p>
            <a:pPr marL="342900" indent="-342900">
              <a:buSzPct val="100000"/>
              <a:buChar char="•"/>
            </a:pPr>
            <a:r>
              <a:rPr lang="en-US" sz="1400" dirty="0">
                <a:solidFill>
                  <a:srgbClr val="E8EDF4"/>
                </a:solidFill>
              </a:rPr>
              <a:t>Follow discharge instructions and keep all after-visit summaries</a:t>
            </a:r>
            <a:endParaRPr lang="en-US" sz="1400" dirty="0"/>
          </a:p>
          <a:p>
            <a:pPr marL="342900" indent="-342900">
              <a:buSzPct val="100000"/>
              <a:buChar char="•"/>
            </a:pPr>
            <a:r>
              <a:rPr lang="en-US" sz="1400" dirty="0">
                <a:solidFill>
                  <a:srgbClr val="E8EDF4"/>
                </a:solidFill>
              </a:rPr>
              <a:t>Do not sign blanket medical authorizations for the adjuster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Local crash patterns: I-95, I-75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metro area sees roughly 35,755 reported crashes annually (est.). High-risk areas include San Antonio downtown interchange; Major highway corridor near San Antonio.</a:t>
            </a:r>
            <a:endParaRPr lang="en-US" sz="1300" dirty="0"/>
          </a:p>
          <a:p>
            <a:pPr indent="0" marL="0">
              <a:buNone/>
            </a:pPr>
            <a:endParaRPr lang="en-US" sz="1300" dirty="0"/>
          </a:p>
          <a:p>
            <a:pPr indent="0" marL="0">
              <a:buNone/>
            </a:pPr>
            <a:r>
              <a:rPr lang="en-US" sz="1300" dirty="0">
                <a:solidFill>
                  <a:srgbClr val="E8EDF4"/>
                </a:solidFill>
              </a:rPr>
              <a:t>If your collision occurred near I-95, note mile markers, exit numbers, and direction of travel for the police report.</a:t>
            </a:r>
            <a:endParaRPr lang="en-US" sz="1300" dirty="0"/>
          </a:p>
          <a:p>
            <a:pPr indent="0" marL="0">
              <a:buNone/>
            </a:pPr>
            <a:endParaRPr lang="en-US" sz="1300" dirty="0"/>
          </a:p>
          <a:p>
            <a:pPr indent="0" marL="0">
              <a:buNone/>
            </a:pPr>
            <a:r>
              <a:rPr lang="en-US" sz="1300" dirty="0">
                <a:solidFill>
                  <a:srgbClr val="E8EDF4"/>
                </a:solidFill>
              </a:rPr>
              <a:t>Texas DOT data is available via https://www.txdot.gov/ — useful when disputing fault or road conditions.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San Antonio County reports, courts, and evidence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Request the official crash report through the investigating agency. San Antonio County Civil Court handles many civil injury filings in the region.</a:t>
            </a:r>
            <a:endParaRPr lang="en-US" sz="1300" dirty="0"/>
          </a:p>
          <a:p>
            <a:pPr indent="0" marL="0">
              <a:buNone/>
            </a:pPr>
            <a:endParaRPr lang="en-US" sz="1300" dirty="0"/>
          </a:p>
          <a:p>
            <a:pPr indent="0" marL="0">
              <a:buNone/>
            </a:pPr>
            <a:r>
              <a:rPr lang="en-US" sz="1300" dirty="0">
                <a:solidFill>
                  <a:srgbClr val="E8EDF4"/>
                </a:solidFill>
              </a:rPr>
              <a:t>Business security video near San Antonio retail corridors is often deleted within 7–30 days — send preservation letters quickly when appropriate.</a:t>
            </a:r>
            <a:endParaRPr lang="en-US" sz="1300" dirty="0"/>
          </a:p>
          <a:p>
            <a:pPr indent="0" marL="0">
              <a:buNone/>
            </a:pPr>
            <a:endParaRPr lang="en-US" sz="1300" dirty="0"/>
          </a:p>
          <a:p>
            <a:pPr indent="0" marL="0">
              <a:buNone/>
            </a:pPr>
            <a:r>
              <a:rPr lang="en-US" sz="1300" dirty="0">
                <a:solidFill>
                  <a:srgbClr val="E8EDF4"/>
                </a:solidFill>
              </a:rPr>
              <a:t>The San Antonio Bar Association offers lawyer-referral resources; Law Office of Bobby Garcia, P.C. can also connect you with independent Texas attorneys at no obligation.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Educational disclaimer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Law Office of Bobby Garcia, P.C. is a legal  This San Antonio guide is general education only and does not create an attorney-client relationship.</a:t>
            </a:r>
            <a:endParaRPr lang="en-US" sz="1300" dirty="0"/>
          </a:p>
          <a:p>
            <a:pPr indent="0" marL="0">
              <a:buNone/>
            </a:pPr>
            <a:endParaRPr lang="en-US" sz="1300" dirty="0"/>
          </a:p>
          <a:p>
            <a:pPr indent="0" marL="0">
              <a:buNone/>
            </a:pPr>
            <a:r>
              <a:rPr lang="en-US" sz="1300" dirty="0">
                <a:solidFill>
                  <a:srgbClr val="E8EDF4"/>
                </a:solidFill>
              </a:rPr>
              <a:t>Laws and insurance rules change; verify all deadlines, coverage, and rights with a licensed Texas attorney before making decisions about your claim.</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timeline expectations in San Antonio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property-damage claims in San Antonio may resolve in weeks, but injury claims involving treatment, lost wages, or disputed fault often take months. Insurers may request recorded statements, independent medical exams, and broad medical authorizations — review each request carefully.</a:t>
            </a:r>
            <a:endParaRPr lang="en-US" sz="1300" dirty="0"/>
          </a:p>
          <a:p>
            <a:pPr indent="0" marL="0">
              <a:buNone/>
            </a:pPr>
            <a:endParaRPr lang="en-US" sz="1300" dirty="0"/>
          </a:p>
          <a:p>
            <a:pPr indent="0" marL="0">
              <a:buNone/>
            </a:pPr>
            <a:r>
              <a:rPr lang="en-US" sz="1300" dirty="0">
                <a:solidFill>
                  <a:srgbClr val="E8EDF4"/>
                </a:solidFill>
              </a:rPr>
              <a:t>Texas uses 51% bar comparative negligence rules with a 2-year statute of limitations for most injury cases. Calendar your deadline from the date of injury and confirm exceptions with counsel.</a:t>
            </a:r>
            <a:endParaRPr lang="en-US" sz="1300" dirty="0"/>
          </a:p>
          <a:p>
            <a:pPr indent="0" marL="0">
              <a:buNone/>
            </a:pPr>
            <a:endParaRPr lang="en-US" sz="1300" dirty="0"/>
          </a:p>
          <a:p>
            <a:pPr indent="0" marL="0">
              <a:buNone/>
            </a:pPr>
            <a:r>
              <a:rPr lang="en-US" sz="1300" dirty="0">
                <a:solidFill>
                  <a:srgbClr val="E8EDF4"/>
                </a:solidFill>
              </a:rPr>
              <a:t>If you were transported from I-95 to San Antonio Regional Medical Center, keep ambulance, ER, and follow-up bills organized. UM/UIM, MedPay, and PIP endorsements on your policy may apply even when the other driver is underinsured.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Settlement timeline expectations in San Antonio</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Do not accept the first settlement check if treatment is ongoing</a:t>
            </a:r>
            <a:endParaRPr lang="en-US" sz="1400" dirty="0"/>
          </a:p>
          <a:p>
            <a:pPr marL="342900" indent="-342900">
              <a:buSzPct val="100000"/>
              <a:buChar char="•"/>
            </a:pPr>
            <a:r>
              <a:rPr lang="en-US" sz="1400" dirty="0">
                <a:solidFill>
                  <a:srgbClr val="E8EDF4"/>
                </a:solidFill>
              </a:rPr>
              <a:t>Avoid discussing fault on social media</a:t>
            </a:r>
            <a:endParaRPr lang="en-US" sz="1400" dirty="0"/>
          </a:p>
          <a:p>
            <a:pPr marL="342900" indent="-342900">
              <a:buSzPct val="100000"/>
              <a:buChar char="•"/>
            </a:pPr>
            <a:r>
              <a:rPr lang="en-US" sz="1400" dirty="0">
                <a:solidFill>
                  <a:srgbClr val="E8EDF4"/>
                </a:solidFill>
              </a:rPr>
              <a:t>Request the adjuster's denial or reservation of rights in writing</a:t>
            </a:r>
            <a:endParaRPr lang="en-US" sz="1400" dirty="0"/>
          </a:p>
          <a:p>
            <a:pPr marL="342900" indent="-342900">
              <a:buSzPct val="100000"/>
              <a:buChar char="•"/>
            </a:pPr>
            <a:r>
              <a:rPr lang="en-US" sz="1400" dirty="0">
                <a:solidFill>
                  <a:srgbClr val="E8EDF4"/>
                </a:solidFill>
              </a:rPr>
              <a:t>Compare repair estimates with your insurer's appraisal</a:t>
            </a:r>
            <a:endParaRPr lang="en-US" sz="1400" dirty="0"/>
          </a:p>
          <a:p>
            <a:pPr marL="342900" indent="-342900">
              <a:buSzPct val="100000"/>
              <a:buChar char="•"/>
            </a:pPr>
            <a:r>
              <a:rPr lang="en-US" sz="1400" dirty="0">
                <a:solidFill>
                  <a:srgbClr val="E8EDF4"/>
                </a:solidFill>
              </a:rPr>
              <a:t>Consult a licensed attorney before signing general releases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San Antonio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San Antonio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San Antonio.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San Antonio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San Antonio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San Antonio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San Antonio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San Antonio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San Antonio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San Antonio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San Antonio crash. Bobby Garcia Law offers free consultations 24/7 at (956) 668-7400 to help you understand timelines—Justice Made Simple.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San Antonio. Review valuation reports for missing equipment, recent maintenance, and regional price adjustments.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San Antonio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San Antonio collision.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San Antonio,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San Antonio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San Antonio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San Antonio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San Antonio corridors—these facts often appear only on the first report draft.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San Antonio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San Antonio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San Antonio collision.</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San Antonio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San Antonio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San Antonio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San Antonio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San Antonio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San Antonio corridors—these facts often appear only on the first report draft.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San Antonio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San Antonio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San Antonio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San Antonio corridors—these facts often appear only on the first report draft.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San Antonio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San Antonio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San Antonio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San Antonio corridors—these facts often appear only on the first report draft.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San Antonio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San Antonio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San Antonio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San Antonio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San Antonio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San Antonio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San Antonio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San Antonio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San Antonio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San Antonio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San Antonio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San Antonio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San Antonio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San Antonio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San Antonio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San Antonio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San Antonio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San Antonio clients can focus on recovery instead of chasing hospital billing departments.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San Antonio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can I get a crash report in San Antonio?</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Contact the investigating agency listed on your exchange-of-information form. San Antonio County reports may also be available through local police or https://www.txdot.gov/.</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San Antonio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San Antonio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Immediate Steps to Take After a Car Accident in San Antonio, Texas</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