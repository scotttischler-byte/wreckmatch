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Grand Prairie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Grand Prairie,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Grand Prairie or surface streets in Grand Prairie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Grand Prairie County / local jurisdiction dispatch will route Grand Prairie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Grand Prairie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Grand Prairie and in Grand Prairie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Grand Prairie has Grand Prairie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Grand Prairie,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Grand Prairie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Grand Prairie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Grand Prairie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Grand Prairie.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Grand Prairie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Grand Prairie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Grand Prairie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Grand Prairie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Grand Prairie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Grand Prairie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Grand Prairie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Grand Prairie.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Grand Prairie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Grand Prairie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Grand Prairie,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Grand Prairie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Grand Prairie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Grand Prairie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Grand Prairie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Grand Prairie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Grand Prairie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Grand Prairie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Grand Prairie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