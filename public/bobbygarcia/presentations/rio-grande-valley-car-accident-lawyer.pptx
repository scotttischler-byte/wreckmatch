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Best Car Accident Lawyer in the Rio Grande Valley</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Rio Grande Valley,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 Justice Made Simple. Serving the entire RGV from Edinburg with 35+ years of experience.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Rio Grande Valley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Rio Grande Valley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Rio Grande Valley.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Rio Grande Valley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Rio Grande Valley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Rio Grande Valley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Rio Grande Valley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Rio Grande Valley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Rio Grande Valley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Rio Grande Valley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Rio Grande Valley.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Rio Grande Valley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Rio Grande Valley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Rio Grande Valley,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Rio Grande Valley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Rio Grande Valley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Rio Grande Valley collision.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Rio Grande Valley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Rio Grande Valley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Rio Grande Valley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Rio Grande Valley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Rio Grande Valley matter as if a jury will decide it, which improves settlement posture throughout the process.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Rio Grande Valley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Rio Grande Valley case clearly before a judge and jury.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Rio Grande Valley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Rio Grande Valley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Rio Grande Valley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Rio Grande Valley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Rio Grande Valley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Rio Grande Valley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Rio Grande Valley clients can focus on recovery instead of chasing hospital billing departments.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Rio Grande Valley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Rio Grande Valley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Rio Grande Valley matter as if a jury will decide it, which improves settlement posture throughout the process.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Rio Grande Valley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Rio Grande Valley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Rio Grande Valley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Rio Grande Valley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Rio Grande Valley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Rio Grande Valley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Rio Grande Valley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Rio Grande Valley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Rio Grande Valley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Rio Grande Valley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Rio Grande Valley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Rio Grande Valley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Rio Grande Valley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Rio Grande Valley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Rio Grande Valley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Rio Grande Valley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Rio Grande Valley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Rio Grande Valley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Rio Grande Valley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Rio Grande Valley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Rio Grande Valley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Rio Grande Valley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Rio Grande Valley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Car Accident Lawyer in the Rio Grande Valley</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