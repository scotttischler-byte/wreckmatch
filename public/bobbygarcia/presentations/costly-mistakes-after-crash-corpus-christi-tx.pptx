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Corpus Christi</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Corpus Christi,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Corpus Christi adjusters reduce offers. Visit Corpus Christi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Corpus Christi.</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Corpus Christi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Corpus Christi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Corpus Christi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Corpus Christi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Corpus Christi.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Corpus Christi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Corpus Christi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Corpus Christi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Corpus Christi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Corpus Christi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Corpus Christi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Corpus Christi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Corpus Christi.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Corpus Christi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Corpus Christi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Corpus Christi,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Corpus Christi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Corpus Christi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Corpus Christi collision.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Corpus Christi</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Corpus Christi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Corpus Christi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Corpus Christi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Corpus Christi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Corpus Christi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Corpus Christi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Corpus Christi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Corpus Christi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Corpus Christi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Corpus Christi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Corpus Christi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Corpus Christi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Corpus Christi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Corpus Christi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Corpus Christi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Corpus Christi matter as if a jury will decide it, which improves settlement posture throughout the process.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Corpus Christi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Corpus Christi case clearly before a judge and jury.</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Corpus Christi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Corpus Christi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Corpus Christi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Corpus Christi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Corpus Christi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Corpus Christi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Corpus Christi</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Corpus Christi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Corpus Christi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Corpus Christi clients can focus on recovery instead of chasing hospital billing departments.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Corpus Christi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Corpus Christi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Corpus Christi matter as if a jury will decide it, which improves settlement posture throughout the process.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Corpus Christi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Corpus Christi case clearly before a judge and jury.</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Corpus Christi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Corpus Christi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Corpus Christi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Corpus Christi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Corpus Christi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Corpus Christi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Corpus Christi</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Corpus Christi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Corpus Christi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Corpus Christi clients can focus on recovery instead of chasing hospital billing departments.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Corpus Christi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Corpus Christi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Corpus Christi matter as if a jury will decide it, which improves settlement posture throughout the process.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Corpus Christi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Corpus Christi case clearly before a judge and jury.</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crash investigation checklist (part 15)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Corpus Christi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Corpus Christi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Corpus Christi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Corpus Christi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Corpus Christi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Corpus Christi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Corpus Christi</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