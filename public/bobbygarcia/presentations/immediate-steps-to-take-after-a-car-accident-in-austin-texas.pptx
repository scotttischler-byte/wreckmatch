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Immediate Steps to Take After a Car Accident in Austin, Texas</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Austin,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I-35 or surface streets in Austin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Travis County dispatch will route Austin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Austin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I-35, MoPac, US-183 and in Travis County.</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Austin has Dell Seton Medical Center and St. David's Medical Center among its major facilities. Level I trauma care is available at Dell Seton Medical Center at UT Austin.</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local police.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Austin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I-35 downtown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Austin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medical resources after a crash</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Austin residents often use Dell Seton Medical Center, St. David's Medical Center, Ascension Seton after serious collisions. Level I trauma care is available at Dell Seton Medical Center at UT Austin.</a:t>
            </a:r>
            <a:endParaRPr lang="en-US" sz="1300" dirty="0"/>
          </a:p>
          <a:p>
            <a:pPr indent="0" marL="0">
              <a:buNone/>
            </a:pPr>
            <a:endParaRPr lang="en-US" sz="1300" dirty="0"/>
          </a:p>
          <a:p>
            <a:pPr indent="0" marL="0">
              <a:buNone/>
            </a:pPr>
            <a:r>
              <a:rPr lang="en-US" sz="1300" dirty="0">
                <a:solidFill>
                  <a:srgbClr val="E8EDF4"/>
                </a:solidFill>
              </a:rPr>
              <a:t>Document every provider visit — gaps in treatment are a common reason TX insurers reduce settlement offers.</a:t>
            </a:r>
            <a:endParaRPr lang="en-US" sz="1300" dirty="0"/>
          </a:p>
          <a:p>
            <a:pPr indent="0" marL="0">
              <a:buNone/>
            </a:pPr>
            <a:endParaRPr lang="en-US" sz="1300" dirty="0"/>
          </a:p>
          <a:p>
            <a:pPr indent="0" marL="0">
              <a:buNone/>
            </a:pPr>
            <a:r>
              <a:rPr lang="en-US" sz="1300" dirty="0">
                <a:solidFill>
                  <a:srgbClr val="E8EDF4"/>
                </a:solidFill>
              </a:rPr>
              <a:t>Keep receipts for prescriptions, imaging (MRI/CT), physical therapy, and medical transport.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Austin medical resources after a crash</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the same day when safe</a:t>
            </a:r>
            <a:endParaRPr lang="en-US" sz="1400" dirty="0"/>
          </a:p>
          <a:p>
            <a:pPr marL="342900" indent="-342900">
              <a:buSzPct val="100000"/>
              <a:buChar char="•"/>
            </a:pPr>
            <a:r>
              <a:rPr lang="en-US" sz="1400" dirty="0">
                <a:solidFill>
                  <a:srgbClr val="E8EDF4"/>
                </a:solidFill>
              </a:rPr>
              <a:t>Follow discharge instructions and keep all after-visit summaries</a:t>
            </a:r>
            <a:endParaRPr lang="en-US" sz="1400" dirty="0"/>
          </a:p>
          <a:p>
            <a:pPr marL="342900" indent="-342900">
              <a:buSzPct val="100000"/>
              <a:buChar char="•"/>
            </a:pPr>
            <a:r>
              <a:rPr lang="en-US" sz="1400" dirty="0">
                <a:solidFill>
                  <a:srgbClr val="E8EDF4"/>
                </a:solidFill>
              </a:rPr>
              <a:t>Do not sign blanket medical authorizations for the adjuster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Local crash patterns: I-35, MoPac, US-183, SH-71, US-290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metro area sees roughly 18,000 reported crashes annually (est.). High-risk areas include I-35 downtown; MoPac at US-183; I-35 at US-290.</a:t>
            </a:r>
            <a:endParaRPr lang="en-US" sz="1300" dirty="0"/>
          </a:p>
          <a:p>
            <a:pPr indent="0" marL="0">
              <a:buNone/>
            </a:pPr>
            <a:endParaRPr lang="en-US" sz="1300" dirty="0"/>
          </a:p>
          <a:p>
            <a:pPr indent="0" marL="0">
              <a:buNone/>
            </a:pPr>
            <a:r>
              <a:rPr lang="en-US" sz="1300" dirty="0">
                <a:solidFill>
                  <a:srgbClr val="E8EDF4"/>
                </a:solidFill>
              </a:rPr>
              <a:t>If your collision occurred near I-35, note mile markers, exit numbers, and direction of travel for the police report.</a:t>
            </a:r>
            <a:endParaRPr lang="en-US" sz="1300" dirty="0"/>
          </a:p>
          <a:p>
            <a:pPr indent="0" marL="0">
              <a:buNone/>
            </a:pPr>
            <a:endParaRPr lang="en-US" sz="1300" dirty="0"/>
          </a:p>
          <a:p>
            <a:pPr indent="0" marL="0">
              <a:buNone/>
            </a:pPr>
            <a:r>
              <a:rPr lang="en-US" sz="1300" dirty="0">
                <a:solidFill>
                  <a:srgbClr val="E8EDF4"/>
                </a:solidFill>
              </a:rPr>
              <a:t>Texas DOT data is available via https://www.txdot.gov/ — useful when disputing fault or road conditions.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Travis County reports, courts, and evidence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Request the official crash report through local law enforcement. Travis County District Courts handles many civil injury filings in the region.</a:t>
            </a:r>
            <a:endParaRPr lang="en-US" sz="1300" dirty="0"/>
          </a:p>
          <a:p>
            <a:pPr indent="0" marL="0">
              <a:buNone/>
            </a:pPr>
            <a:endParaRPr lang="en-US" sz="1300" dirty="0"/>
          </a:p>
          <a:p>
            <a:pPr indent="0" marL="0">
              <a:buNone/>
            </a:pPr>
            <a:r>
              <a:rPr lang="en-US" sz="1300" dirty="0">
                <a:solidFill>
                  <a:srgbClr val="E8EDF4"/>
                </a:solidFill>
              </a:rPr>
              <a:t>Business security video near Austin retail corridors is often deleted within 7–30 days — send preservation letters quickly when appropriate.</a:t>
            </a:r>
            <a:endParaRPr lang="en-US" sz="1300" dirty="0"/>
          </a:p>
          <a:p>
            <a:pPr indent="0" marL="0">
              <a:buNone/>
            </a:pPr>
            <a:endParaRPr lang="en-US" sz="1300" dirty="0"/>
          </a:p>
          <a:p>
            <a:pPr indent="0" marL="0">
              <a:buNone/>
            </a:pPr>
            <a:r>
              <a:rPr lang="en-US" sz="1300" dirty="0">
                <a:solidFill>
                  <a:srgbClr val="E8EDF4"/>
                </a:solidFill>
              </a:rPr>
              <a:t>The Austin Bar Association offers lawyer-referral resources; Law Office of Bobby Garcia, P.C. can also connect you with independent Texas attorneys at no obligation.</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Educational disclaimer</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Law Office of Bobby Garcia, P.C. is a legal  This Austin guide is general education only and does not create an attorney-client relationship.</a:t>
            </a:r>
            <a:endParaRPr lang="en-US" sz="1300" dirty="0"/>
          </a:p>
          <a:p>
            <a:pPr indent="0" marL="0">
              <a:buNone/>
            </a:pPr>
            <a:endParaRPr lang="en-US" sz="1300" dirty="0"/>
          </a:p>
          <a:p>
            <a:pPr indent="0" marL="0">
              <a:buNone/>
            </a:pPr>
            <a:r>
              <a:rPr lang="en-US" sz="1300" dirty="0">
                <a:solidFill>
                  <a:srgbClr val="E8EDF4"/>
                </a:solidFill>
              </a:rPr>
              <a:t>Laws and insurance rules change; verify all deadlines, coverage, and rights with a licensed Texas attorney before making decisions about your claim.</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timeline expectations in Austin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property-damage claims in Austin may resolve in weeks, but injury claims involving treatment, lost wages, or disputed fault often take months. Insurers may request recorded statements, independent medical exams, and broad medical authorizations — review each request carefully.</a:t>
            </a:r>
            <a:endParaRPr lang="en-US" sz="1300" dirty="0"/>
          </a:p>
          <a:p>
            <a:pPr indent="0" marL="0">
              <a:buNone/>
            </a:pPr>
            <a:endParaRPr lang="en-US" sz="1300" dirty="0"/>
          </a:p>
          <a:p>
            <a:pPr indent="0" marL="0">
              <a:buNone/>
            </a:pPr>
            <a:r>
              <a:rPr lang="en-US" sz="1300" dirty="0">
                <a:solidFill>
                  <a:srgbClr val="E8EDF4"/>
                </a:solidFill>
              </a:rPr>
              <a:t>Texas uses 51% bar comparative negligence with a 2-year statute of limitations for most injury cases. Calendar your deadline from the date of injury.</a:t>
            </a:r>
            <a:endParaRPr lang="en-US" sz="1300" dirty="0"/>
          </a:p>
          <a:p>
            <a:pPr indent="0" marL="0">
              <a:buNone/>
            </a:pPr>
            <a:endParaRPr lang="en-US" sz="1300" dirty="0"/>
          </a:p>
          <a:p>
            <a:pPr indent="0" marL="0">
              <a:buNone/>
            </a:pPr>
            <a:r>
              <a:rPr lang="en-US" sz="1300" dirty="0">
                <a:solidFill>
                  <a:srgbClr val="E8EDF4"/>
                </a:solidFill>
              </a:rPr>
              <a:t>If you were transported from I-35 to Dell Seton Medical Center, keep ambulance, ER, and follow-up bills organized. UM/UIM and MedPay endorsements may apply when the other driver is underinsured.</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Settlement timeline expectations in Austin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Do not accept the first settlement check if treatment is ongoing</a:t>
            </a:r>
            <a:endParaRPr lang="en-US" sz="1400" dirty="0"/>
          </a:p>
          <a:p>
            <a:pPr marL="342900" indent="-342900">
              <a:buSzPct val="100000"/>
              <a:buChar char="•"/>
            </a:pPr>
            <a:r>
              <a:rPr lang="en-US" sz="1400" dirty="0">
                <a:solidFill>
                  <a:srgbClr val="E8EDF4"/>
                </a:solidFill>
              </a:rPr>
              <a:t>Avoid discussing fault on social media</a:t>
            </a:r>
            <a:endParaRPr lang="en-US" sz="1400" dirty="0"/>
          </a:p>
          <a:p>
            <a:pPr marL="342900" indent="-342900">
              <a:buSzPct val="100000"/>
              <a:buChar char="•"/>
            </a:pPr>
            <a:r>
              <a:rPr lang="en-US" sz="1400" dirty="0">
                <a:solidFill>
                  <a:srgbClr val="E8EDF4"/>
                </a:solidFill>
              </a:rPr>
              <a:t>Request adjuster denials or reservations of rights in writing</a:t>
            </a:r>
            <a:endParaRPr lang="en-US" sz="1400" dirty="0"/>
          </a:p>
          <a:p>
            <a:pPr marL="342900" indent="-342900">
              <a:buSzPct val="100000"/>
              <a:buChar char="•"/>
            </a:pPr>
            <a:r>
              <a:rPr lang="en-US" sz="1400" dirty="0">
                <a:solidFill>
                  <a:srgbClr val="E8EDF4"/>
                </a:solidFill>
              </a:rPr>
              <a:t>Compare repair estimates with your insurer's appraisal</a:t>
            </a:r>
            <a:endParaRPr lang="en-US" sz="1400" dirty="0"/>
          </a:p>
          <a:p>
            <a:pPr marL="342900" indent="-342900">
              <a:buSzPct val="100000"/>
              <a:buChar char="•"/>
            </a:pPr>
            <a:r>
              <a:rPr lang="en-US" sz="1400" dirty="0">
                <a:solidFill>
                  <a:srgbClr val="E8EDF4"/>
                </a:solidFill>
              </a:rPr>
              <a:t>Consult a licensed attorney before signing general releases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Document checklist for Austin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Organize a folder (physical or digital) for every document tied to your Austin crash: police report number, insurance claim numbers, tow and storage receipts, and rental car agreements.</a:t>
            </a:r>
            <a:endParaRPr lang="en-US" sz="1300" dirty="0"/>
          </a:p>
          <a:p>
            <a:pPr indent="0" marL="0">
              <a:buNone/>
            </a:pPr>
            <a:endParaRPr lang="en-US" sz="1300" dirty="0"/>
          </a:p>
          <a:p>
            <a:pPr indent="0" marL="0">
              <a:buNone/>
            </a:pPr>
            <a:r>
              <a:rPr lang="en-US" sz="1300" dirty="0">
                <a:solidFill>
                  <a:srgbClr val="E8EDF4"/>
                </a:solidFill>
              </a:rPr>
              <a:t>Request itemized medical bills from Dell Seton Medical Center rather than summary statements — itemized bills help catch billing errors and support future negotiations.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Document checklist for Austin claims</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Photos of all vehicles and the scene from multiple angles</a:t>
            </a:r>
            <a:endParaRPr lang="en-US" sz="1400" dirty="0"/>
          </a:p>
          <a:p>
            <a:pPr marL="342900" indent="-342900">
              <a:buSzPct val="100000"/>
              <a:buChar char="•"/>
            </a:pPr>
            <a:r>
              <a:rPr lang="en-US" sz="1400" dirty="0">
                <a:solidFill>
                  <a:srgbClr val="E8EDF4"/>
                </a:solidFill>
              </a:rPr>
              <a:t>Witness names and phone numbers</a:t>
            </a:r>
            <a:endParaRPr lang="en-US" sz="1400" dirty="0"/>
          </a:p>
          <a:p>
            <a:pPr marL="342900" indent="-342900">
              <a:buSzPct val="100000"/>
              <a:buChar char="•"/>
            </a:pPr>
            <a:r>
              <a:rPr lang="en-US" sz="1400" dirty="0">
                <a:solidFill>
                  <a:srgbClr val="E8EDF4"/>
                </a:solidFill>
              </a:rPr>
              <a:t>Employer note for any missed work shifts</a:t>
            </a:r>
            <a:endParaRPr lang="en-US" sz="1400" dirty="0"/>
          </a:p>
          <a:p>
            <a:pPr marL="342900" indent="-342900">
              <a:buSzPct val="100000"/>
              <a:buChar char="•"/>
            </a:pPr>
            <a:r>
              <a:rPr lang="en-US" sz="1400" dirty="0">
                <a:solidFill>
                  <a:srgbClr val="E8EDF4"/>
                </a:solidFill>
              </a:rPr>
              <a:t>Insurance adjuster name, phone, and claim number</a:t>
            </a:r>
            <a:endParaRPr lang="en-US" sz="1400" dirty="0"/>
          </a:p>
          <a:p>
            <a:pPr marL="342900" indent="-342900">
              <a:buSzPct val="100000"/>
              <a:buChar char="•"/>
            </a:pPr>
            <a:r>
              <a:rPr lang="en-US" sz="1400" dirty="0">
                <a:solidFill>
                  <a:srgbClr val="E8EDF4"/>
                </a:solidFill>
              </a:rPr>
              <a:t>Repair estimates from at least two body shops</a:t>
            </a:r>
            <a:endParaRPr lang="en-US" sz="1400" dirty="0"/>
          </a:p>
          <a:p>
            <a:pPr marL="342900" indent="-342900">
              <a:buSzPct val="100000"/>
              <a:buChar char="•"/>
            </a:pPr>
            <a:r>
              <a:rPr lang="en-US" sz="1400" dirty="0">
                <a:solidFill>
                  <a:srgbClr val="E8EDF4"/>
                </a:solidFill>
              </a:rPr>
              <a:t>Mileage log for medical appointments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Austin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Austin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Austin.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Austin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Austin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Austin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Austin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Austin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Austin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Austin crash. Bobby Garcia Law offers free consultations 24/7 at (956) 668-7400 to help you understand timelines—Justice Made Simple.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Austin. Review valuation reports for missing equipment, recent maintenance, and regional price adjustments.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Austin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Austin collision.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Austin,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Austin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Austin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Austin corridors—these facts often appear only on the first report draft.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Austin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Austin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Austin collision.</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Austin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Austin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Austin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Austin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Austin corridors—these facts often appear only on the first report draft.</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Austin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Austin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Austin corridors—these facts often appear only on the first report draft.</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Austin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Austin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Austin corridors—these facts often appear only on the first report draft.</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Austin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Austin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Austin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Austin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Austin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Austin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Austin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Austin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Austin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Austin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Austin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Austin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Austin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Austin matter as if a jury will decide it, which improves settlement posture throughout the process.</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Austin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Austin case clearly before a judge and jury.</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Austin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can I get a crash report in Austin?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Contact the investigating agency listed on your exchange-of-information form. Travis County reports may also be available through local police or https://www.txdot.gov/.</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provide legal advice in Austin?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Law Office of Bobby Garcia, P.C. is a  We are</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there a fee to get matched through Bobby Garcia Law?</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Law Office of Bobby Garcia, P.C. is a free  Matched attorneys typically work on contingency — you pay no upfront attorney fee for the referral itself. Always confirm fee terms directly with any attorney you hire.</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Austin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Austin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Immediate Steps to Take After a Car Accident in Austin, Texas</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