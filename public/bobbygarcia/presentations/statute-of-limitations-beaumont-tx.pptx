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Beaumont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Beaumont,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Beaumont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Beaumont.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Beaumont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Beaumont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Beaumont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Beaumont.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Beaumont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Beaumont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Beaumont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Beaumont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Beaumont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Beaumont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Beaumont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Beaumont.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Beaumont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Beaumont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Beaumont,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Beaumont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Beaumont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Beaumont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Beaumont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Beaumont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Beaumont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Beaumont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Beaumont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Beaumont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Beaumont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Beaumont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Beaumont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Beaumont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Beaumont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Beaumont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Beaumont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Beaumont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Beaumont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Beaumont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Beaumont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