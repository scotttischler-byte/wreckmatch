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Understanding Car Accident Laws in Austin, Texas: What You Need to Know</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Austin,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~18,000 annual crashes in the Austin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Austin.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Austin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Austin residents often use Dell Seton Medical Center, St. David's Medical Center, Ascension Seton after serious collisions. Level I trauma care is available at Dell Seton Medical Center at UT Austin.</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Austin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I-35, MoPac, US-183, SH-71, US-290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18,000 reported crashes annually (est.). High-risk areas include I-35 downtown; MoPac at US-183; I-35 at US-290.</a:t>
            </a:r>
            <a:endParaRPr lang="en-US" sz="1300" dirty="0"/>
          </a:p>
          <a:p>
            <a:pPr indent="0" marL="0">
              <a:buNone/>
            </a:pPr>
            <a:endParaRPr lang="en-US" sz="1300" dirty="0"/>
          </a:p>
          <a:p>
            <a:pPr indent="0" marL="0">
              <a:buNone/>
            </a:pPr>
            <a:r>
              <a:rPr lang="en-US" sz="1300" dirty="0">
                <a:solidFill>
                  <a:srgbClr val="E8EDF4"/>
                </a:solidFill>
              </a:rPr>
              <a:t>If your collision occurred near I-35,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Travis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local law enforcement. Travis County District Courts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Austin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Austin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Austin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Austin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I-35 to Dell Seton Medical Center, keep ambulance, ER, and follow-up bills organized. UM/UIM and MedPay endorsements may apply when the other driver is underinsured.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Austin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Austin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Dell Seton Medical Center rather than summary statements — itemized bills help catch billing errors and support future negotiations.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Austin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Austin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Austin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Austin.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Austin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Austin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Austin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Austin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Austin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Austin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Austin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Austin.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Austin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Austin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Austin,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Austin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Austin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Austin collision.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Austin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Austin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Austin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Austin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Austin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Austin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Austin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Austin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Austin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Austin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Austin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Austin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Austin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Austin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Austin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Austin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Austin?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Travis County reports may also be available through local police or https://www.txdot.gov/.</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Austin?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Austin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Austin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Car Accident Laws in Austin, Texas: What You Need to Know</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