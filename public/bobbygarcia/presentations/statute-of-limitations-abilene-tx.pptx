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Abilene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Abilene,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Abilene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Abilene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Abilene.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Abilene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Abilene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Abilene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Abilene.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Abilene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Abilene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Abilene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Abilene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Abilene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Abilene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Abilene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Abilene.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Abilene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Abilene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Abilene,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Abilene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Abilene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Abilene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Abilene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Abilene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Abilene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Abilene matter as if a jury will decide it, which improves settlement posture throughout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Abilene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Abilene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Abilene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Abilene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Abilene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Abilene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Abilene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Abilene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Abilene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Abilene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Abilene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Abilene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Abilene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Abilene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Abilene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Abilene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Abilene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Abilene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Abilene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Abilene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Abilene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Abilene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Abilene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Abilene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15)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Abilene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Abilene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Abilene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Abilene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