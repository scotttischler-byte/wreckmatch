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Car Accident Lawyer 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Texas,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Expert motor vehicle accident representation from the Law Office of Bobby Garcia — Edinburg, McAllen, Houston, and statewide.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Texas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Texas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Texas.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Texas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Texas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Texas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Texas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Texas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Texas.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Texas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Texas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Texas,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Texas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Texas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Accident Lawyer in Texas</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