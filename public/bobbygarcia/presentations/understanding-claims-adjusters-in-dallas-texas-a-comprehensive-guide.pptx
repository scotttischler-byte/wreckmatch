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Understanding Claims Adjusters in Dallas, Texas: A Comprehensive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Dallas,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Dallas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~38,000 annual crashes in the Dallas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Dallas.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Dallas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Dallas residents often use Parkland Memorial, Baylor University Medical Center, UT Southwestern after serious collisions. Level I trauma care is available at Parkland Memorial Hospital.</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Dallas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I-35E, I-30, I-45, US-75, LBJ Freeway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38,000 reported crashes annually (est.). High-risk areas include I-35E Mixmaster; I-30 at I-45; US-75 Central Expressway.</a:t>
            </a:r>
            <a:endParaRPr lang="en-US" sz="1300" dirty="0"/>
          </a:p>
          <a:p>
            <a:pPr indent="0" marL="0">
              <a:buNone/>
            </a:pPr>
            <a:endParaRPr lang="en-US" sz="1300" dirty="0"/>
          </a:p>
          <a:p>
            <a:pPr indent="0" marL="0">
              <a:buNone/>
            </a:pPr>
            <a:r>
              <a:rPr lang="en-US" sz="1300" dirty="0">
                <a:solidFill>
                  <a:srgbClr val="E8EDF4"/>
                </a:solidFill>
              </a:rPr>
              <a:t>If your collision occurred near I-35E,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local law enforcement. Dallas County District Courts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Dallas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Dallas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Dallas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Dallas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I-35E to Parkland Memorial, keep ambulance, ER, and follow-up bills organized. UM/UIM and MedPay endorsements may apply when the other driver is underinsured.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Dallas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Dallas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Dallas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Parkland Memorial rather than summary statements — itemized bills help catch billing errors and support future negotiations.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Dallas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Dallas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Dallas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Dallas.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Dallas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Dallas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Dallas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Dallas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Dallas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Dallas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Dallas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Dallas.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Dallas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Dallas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Dallas,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Dallas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Dallas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Dallas collision.</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Dallas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Dallas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Dallas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Dallas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Dallas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Dallas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Dallas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Dallas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Dallas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Dallas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Dallas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Dallas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Dallas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Dallas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Dallas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Dallas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Dallas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Dallas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Dallas?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Dallas County reports may also be available through local police or https://www.txdot.gov/.</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Dallas?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Dallas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Dallas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Claims Adjusters in Dallas, Texas: A Comprehensive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