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Dallas, Texas Insurance Pitfalls: What You Need to Know After an Accident</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Dallas,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Confirm coverage at the scene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Ask for insurance card photos and verify policy status. In Dallas, uninsured motorist rates track with statewide averages — always assume minimum limits until verified.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Your UM/UIM policy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Uninsured/underinsured motorist coverage on your policy may pay when the at-fault driver has no coverage or insufficient 30/60/25 limits.</a:t>
            </a:r>
            <a:endParaRPr lang="en-US" sz="1300" dirty="0"/>
          </a:p>
          <a:p>
            <a:pPr indent="0" marL="0">
              <a:buNone/>
            </a:pPr>
            <a:endParaRPr lang="en-US" sz="1300" dirty="0"/>
          </a:p>
          <a:p>
            <a:pPr indent="0" marL="0">
              <a:buNone/>
            </a:pPr>
            <a:r>
              <a:rPr lang="en-US" sz="1300" dirty="0">
                <a:solidFill>
                  <a:srgbClr val="E8EDF4"/>
                </a:solidFill>
              </a:rPr>
              <a:t>Notify your carrier promptly; UM claims still require documentation of injuries and damages.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Hit-and-run steps in Dallas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Report hit-and-runs immediately to Dallas police. UM coverage often requires a police report within 24–72 hours.</a:t>
            </a:r>
            <a:endParaRPr lang="en-US" sz="1300" dirty="0"/>
          </a:p>
          <a:p>
            <a:pPr indent="0" marL="0">
              <a:buNone/>
            </a:pPr>
            <a:endParaRPr lang="en-US" sz="1300" dirty="0"/>
          </a:p>
          <a:p>
            <a:pPr indent="0" marL="0">
              <a:buNone/>
            </a:pPr>
            <a:r>
              <a:rPr lang="en-US" sz="1300" dirty="0">
                <a:solidFill>
                  <a:srgbClr val="E8EDF4"/>
                </a:solidFill>
              </a:rPr>
              <a:t>Seek witnesses and camera footage near I-35E Mixmaster.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and financial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Use Parkland Memorial if injured. Track lost wages and transportation costs.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litigation may be necessary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If UM/UIM carriers deny or lowball offers, a licensed Texas attorney can evaluate bad-faith and negligence claims against the at-fault driver directly.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Dallas medical resources after a crash</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Dallas residents often use Parkland Memorial, Baylor University Medical Center, UT Southwestern after serious collisions. Level I trauma care is available at Parkland Memorial Hospital.</a:t>
            </a:r>
            <a:endParaRPr lang="en-US" sz="1300" dirty="0"/>
          </a:p>
          <a:p>
            <a:pPr indent="0" marL="0">
              <a:buNone/>
            </a:pPr>
            <a:endParaRPr lang="en-US" sz="1300" dirty="0"/>
          </a:p>
          <a:p>
            <a:pPr indent="0" marL="0">
              <a:buNone/>
            </a:pPr>
            <a:r>
              <a:rPr lang="en-US" sz="1300" dirty="0">
                <a:solidFill>
                  <a:srgbClr val="E8EDF4"/>
                </a:solidFill>
              </a:rPr>
              <a:t>Document every provider visit — gaps in treatment are a common reason TX insurers reduce settlement offers.</a:t>
            </a:r>
            <a:endParaRPr lang="en-US" sz="1300" dirty="0"/>
          </a:p>
          <a:p>
            <a:pPr indent="0" marL="0">
              <a:buNone/>
            </a:pPr>
            <a:endParaRPr lang="en-US" sz="1300" dirty="0"/>
          </a:p>
          <a:p>
            <a:pPr indent="0" marL="0">
              <a:buNone/>
            </a:pPr>
            <a:r>
              <a:rPr lang="en-US" sz="1300" dirty="0">
                <a:solidFill>
                  <a:srgbClr val="E8EDF4"/>
                </a:solidFill>
              </a:rPr>
              <a:t>Keep receipts for prescriptions, imaging (MRI/CT), physical therapy, and medical transport.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Dallas medical resources after a crash</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the same day when safe</a:t>
            </a:r>
            <a:endParaRPr lang="en-US" sz="1400" dirty="0"/>
          </a:p>
          <a:p>
            <a:pPr marL="342900" indent="-342900">
              <a:buSzPct val="100000"/>
              <a:buChar char="•"/>
            </a:pPr>
            <a:r>
              <a:rPr lang="en-US" sz="1400" dirty="0">
                <a:solidFill>
                  <a:srgbClr val="E8EDF4"/>
                </a:solidFill>
              </a:rPr>
              <a:t>Follow discharge instructions and keep all after-visit summaries</a:t>
            </a:r>
            <a:endParaRPr lang="en-US" sz="1400" dirty="0"/>
          </a:p>
          <a:p>
            <a:pPr marL="342900" indent="-342900">
              <a:buSzPct val="100000"/>
              <a:buChar char="•"/>
            </a:pPr>
            <a:r>
              <a:rPr lang="en-US" sz="1400" dirty="0">
                <a:solidFill>
                  <a:srgbClr val="E8EDF4"/>
                </a:solidFill>
              </a:rPr>
              <a:t>Do not sign blanket medical authorizations for the adjuster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Local crash patterns: I-35E, I-30, I-45, US-75, LBJ Freeway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metro area sees roughly 38,000 reported crashes annually (est.). High-risk areas include I-35E Mixmaster; I-30 at I-45; US-75 Central Expressway.</a:t>
            </a:r>
            <a:endParaRPr lang="en-US" sz="1300" dirty="0"/>
          </a:p>
          <a:p>
            <a:pPr indent="0" marL="0">
              <a:buNone/>
            </a:pPr>
            <a:endParaRPr lang="en-US" sz="1300" dirty="0"/>
          </a:p>
          <a:p>
            <a:pPr indent="0" marL="0">
              <a:buNone/>
            </a:pPr>
            <a:r>
              <a:rPr lang="en-US" sz="1300" dirty="0">
                <a:solidFill>
                  <a:srgbClr val="E8EDF4"/>
                </a:solidFill>
              </a:rPr>
              <a:t>If your collision occurred near I-35E, note mile markers, exit numbers, and direction of travel for the police report.</a:t>
            </a:r>
            <a:endParaRPr lang="en-US" sz="1300" dirty="0"/>
          </a:p>
          <a:p>
            <a:pPr indent="0" marL="0">
              <a:buNone/>
            </a:pPr>
            <a:endParaRPr lang="en-US" sz="1300" dirty="0"/>
          </a:p>
          <a:p>
            <a:pPr indent="0" marL="0">
              <a:buNone/>
            </a:pPr>
            <a:r>
              <a:rPr lang="en-US" sz="1300" dirty="0">
                <a:solidFill>
                  <a:srgbClr val="E8EDF4"/>
                </a:solidFill>
              </a:rPr>
              <a:t>Texas DOT data is available via https://www.txdot.gov/ — useful when disputing fault or road conditions.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Dallas County reports, courts, and evidence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Request the official crash report through local law enforcement. Dallas County District Courts handles many civil injury filings in the region.</a:t>
            </a:r>
            <a:endParaRPr lang="en-US" sz="1300" dirty="0"/>
          </a:p>
          <a:p>
            <a:pPr indent="0" marL="0">
              <a:buNone/>
            </a:pPr>
            <a:endParaRPr lang="en-US" sz="1300" dirty="0"/>
          </a:p>
          <a:p>
            <a:pPr indent="0" marL="0">
              <a:buNone/>
            </a:pPr>
            <a:r>
              <a:rPr lang="en-US" sz="1300" dirty="0">
                <a:solidFill>
                  <a:srgbClr val="E8EDF4"/>
                </a:solidFill>
              </a:rPr>
              <a:t>Business security video near Dallas retail corridors is often deleted within 7–30 days — send preservation letters quickly when appropriate.</a:t>
            </a:r>
            <a:endParaRPr lang="en-US" sz="1300" dirty="0"/>
          </a:p>
          <a:p>
            <a:pPr indent="0" marL="0">
              <a:buNone/>
            </a:pPr>
            <a:endParaRPr lang="en-US" sz="1300" dirty="0"/>
          </a:p>
          <a:p>
            <a:pPr indent="0" marL="0">
              <a:buNone/>
            </a:pPr>
            <a:r>
              <a:rPr lang="en-US" sz="1300" dirty="0">
                <a:solidFill>
                  <a:srgbClr val="E8EDF4"/>
                </a:solidFill>
              </a:rPr>
              <a:t>The Dallas Bar Association offers lawyer-referral resources; Law Office of Bobby Garcia, P.C. can also connect you with independent Texas attorneys at no obligation.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Educational disclaimer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Law Office of Bobby Garcia, P.C. is a legal  This Dallas guide is general education only and does not create an attorney-client relationship.</a:t>
            </a:r>
            <a:endParaRPr lang="en-US" sz="1300" dirty="0"/>
          </a:p>
          <a:p>
            <a:pPr indent="0" marL="0">
              <a:buNone/>
            </a:pPr>
            <a:endParaRPr lang="en-US" sz="1300" dirty="0"/>
          </a:p>
          <a:p>
            <a:pPr indent="0" marL="0">
              <a:buNone/>
            </a:pPr>
            <a:r>
              <a:rPr lang="en-US" sz="1300" dirty="0">
                <a:solidFill>
                  <a:srgbClr val="E8EDF4"/>
                </a:solidFill>
              </a:rPr>
              <a:t>Laws and insurance rules change; verify all deadlines, coverage, and rights with a licensed Texas attorney before making decisions about your claim.</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timeline expectations in Dallas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property-damage claims in Dallas may resolve in weeks, but injury claims involving treatment, lost wages, or disputed fault often take months. Insurers may request recorded statements, independent medical exams, and broad medical authorizations — review each request carefully.</a:t>
            </a:r>
            <a:endParaRPr lang="en-US" sz="1300" dirty="0"/>
          </a:p>
          <a:p>
            <a:pPr indent="0" marL="0">
              <a:buNone/>
            </a:pPr>
            <a:endParaRPr lang="en-US" sz="1300" dirty="0"/>
          </a:p>
          <a:p>
            <a:pPr indent="0" marL="0">
              <a:buNone/>
            </a:pPr>
            <a:r>
              <a:rPr lang="en-US" sz="1300" dirty="0">
                <a:solidFill>
                  <a:srgbClr val="E8EDF4"/>
                </a:solidFill>
              </a:rPr>
              <a:t>Texas uses 51% bar comparative negligence with a 2-year statute of limitations for most injury cases. Calendar your deadline from the date of injury.</a:t>
            </a:r>
            <a:endParaRPr lang="en-US" sz="1300" dirty="0"/>
          </a:p>
          <a:p>
            <a:pPr indent="0" marL="0">
              <a:buNone/>
            </a:pPr>
            <a:endParaRPr lang="en-US" sz="1300" dirty="0"/>
          </a:p>
          <a:p>
            <a:pPr indent="0" marL="0">
              <a:buNone/>
            </a:pPr>
            <a:r>
              <a:rPr lang="en-US" sz="1300" dirty="0">
                <a:solidFill>
                  <a:srgbClr val="E8EDF4"/>
                </a:solidFill>
              </a:rPr>
              <a:t>If you were transported from I-35E to Parkland Memorial, keep ambulance, ER, and follow-up bills organized. UM/UIM and MedPay endorsements may apply when the other driver is underinsured.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Settlement timeline expectations in Dallas</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Do not accept the first settlement check if treatment is ongoing</a:t>
            </a:r>
            <a:endParaRPr lang="en-US" sz="1400" dirty="0"/>
          </a:p>
          <a:p>
            <a:pPr marL="342900" indent="-342900">
              <a:buSzPct val="100000"/>
              <a:buChar char="•"/>
            </a:pPr>
            <a:r>
              <a:rPr lang="en-US" sz="1400" dirty="0">
                <a:solidFill>
                  <a:srgbClr val="E8EDF4"/>
                </a:solidFill>
              </a:rPr>
              <a:t>Avoid discussing fault on social media</a:t>
            </a:r>
            <a:endParaRPr lang="en-US" sz="1400" dirty="0"/>
          </a:p>
          <a:p>
            <a:pPr marL="342900" indent="-342900">
              <a:buSzPct val="100000"/>
              <a:buChar char="•"/>
            </a:pPr>
            <a:r>
              <a:rPr lang="en-US" sz="1400" dirty="0">
                <a:solidFill>
                  <a:srgbClr val="E8EDF4"/>
                </a:solidFill>
              </a:rPr>
              <a:t>Request adjuster denials or reservations of rights in writing</a:t>
            </a:r>
            <a:endParaRPr lang="en-US" sz="1400" dirty="0"/>
          </a:p>
          <a:p>
            <a:pPr marL="342900" indent="-342900">
              <a:buSzPct val="100000"/>
              <a:buChar char="•"/>
            </a:pPr>
            <a:r>
              <a:rPr lang="en-US" sz="1400" dirty="0">
                <a:solidFill>
                  <a:srgbClr val="E8EDF4"/>
                </a:solidFill>
              </a:rPr>
              <a:t>Compare repair estimates with your insurer's appraisal</a:t>
            </a:r>
            <a:endParaRPr lang="en-US" sz="1400" dirty="0"/>
          </a:p>
          <a:p>
            <a:pPr marL="342900" indent="-342900">
              <a:buSzPct val="100000"/>
              <a:buChar char="•"/>
            </a:pPr>
            <a:r>
              <a:rPr lang="en-US" sz="1400" dirty="0">
                <a:solidFill>
                  <a:srgbClr val="E8EDF4"/>
                </a:solidFill>
              </a:rPr>
              <a:t>Consult a licensed attorney before signing general releases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Document checklist for Dallas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Organize a folder (physical or digital) for every document tied to your Dallas crash: police report number, insurance claim numbers, tow and storage receipts, and rental car agreements.</a:t>
            </a:r>
            <a:endParaRPr lang="en-US" sz="1300" dirty="0"/>
          </a:p>
          <a:p>
            <a:pPr indent="0" marL="0">
              <a:buNone/>
            </a:pPr>
            <a:endParaRPr lang="en-US" sz="1300" dirty="0"/>
          </a:p>
          <a:p>
            <a:pPr indent="0" marL="0">
              <a:buNone/>
            </a:pPr>
            <a:r>
              <a:rPr lang="en-US" sz="1300" dirty="0">
                <a:solidFill>
                  <a:srgbClr val="E8EDF4"/>
                </a:solidFill>
              </a:rPr>
              <a:t>Request itemized medical bills from Parkland Memorial rather than summary statements — itemized bills help catch billing errors and support future negotiations.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Document checklist for Dallas claims</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Photos of all vehicles and the scene from multiple angles</a:t>
            </a:r>
            <a:endParaRPr lang="en-US" sz="1400" dirty="0"/>
          </a:p>
          <a:p>
            <a:pPr marL="342900" indent="-342900">
              <a:buSzPct val="100000"/>
              <a:buChar char="•"/>
            </a:pPr>
            <a:r>
              <a:rPr lang="en-US" sz="1400" dirty="0">
                <a:solidFill>
                  <a:srgbClr val="E8EDF4"/>
                </a:solidFill>
              </a:rPr>
              <a:t>Witness names and phone numbers</a:t>
            </a:r>
            <a:endParaRPr lang="en-US" sz="1400" dirty="0"/>
          </a:p>
          <a:p>
            <a:pPr marL="342900" indent="-342900">
              <a:buSzPct val="100000"/>
              <a:buChar char="•"/>
            </a:pPr>
            <a:r>
              <a:rPr lang="en-US" sz="1400" dirty="0">
                <a:solidFill>
                  <a:srgbClr val="E8EDF4"/>
                </a:solidFill>
              </a:rPr>
              <a:t>Employer note for any missed work shifts</a:t>
            </a:r>
            <a:endParaRPr lang="en-US" sz="1400" dirty="0"/>
          </a:p>
          <a:p>
            <a:pPr marL="342900" indent="-342900">
              <a:buSzPct val="100000"/>
              <a:buChar char="•"/>
            </a:pPr>
            <a:r>
              <a:rPr lang="en-US" sz="1400" dirty="0">
                <a:solidFill>
                  <a:srgbClr val="E8EDF4"/>
                </a:solidFill>
              </a:rPr>
              <a:t>Insurance adjuster name, phone, and claim number</a:t>
            </a:r>
            <a:endParaRPr lang="en-US" sz="1400" dirty="0"/>
          </a:p>
          <a:p>
            <a:pPr marL="342900" indent="-342900">
              <a:buSzPct val="100000"/>
              <a:buChar char="•"/>
            </a:pPr>
            <a:r>
              <a:rPr lang="en-US" sz="1400" dirty="0">
                <a:solidFill>
                  <a:srgbClr val="E8EDF4"/>
                </a:solidFill>
              </a:rPr>
              <a:t>Repair estimates from at least two body shops</a:t>
            </a:r>
            <a:endParaRPr lang="en-US" sz="1400" dirty="0"/>
          </a:p>
          <a:p>
            <a:pPr marL="342900" indent="-342900">
              <a:buSzPct val="100000"/>
              <a:buChar char="•"/>
            </a:pPr>
            <a:r>
              <a:rPr lang="en-US" sz="1400" dirty="0">
                <a:solidFill>
                  <a:srgbClr val="E8EDF4"/>
                </a:solidFill>
              </a:rPr>
              <a:t>Mileage log for medical appointments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Dallas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Dallas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Dallas.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Dallas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Dallas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Dallas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Dallas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Dallas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Dallas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Dallas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Dallas crash. Bobby Garcia Law offers free consultations 24/7 at (956) 668-7400 to help you understand timelines—Justice Made Simple.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Dallas. Review valuation reports for missing equipment, recent maintenance, and regional price adjustments.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Dallas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Dallas collision.</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Dallas,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Dallas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Dallas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Dallas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Dallas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Dallas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Dallas corridors—these facts often appear only on the first report draft.</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Dallas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Dallas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Dallas collision.</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Dallas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Dallas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Dallas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Dallas corridors—these facts often appear only on the first report draft.</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Dallas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Dallas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Dallas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Dallas corridors—these facts often appear only on the first report draft.</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Dallas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Dallas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Dallas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Dallas corridors—these facts often appear only on the first report draft.</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Dallas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Dallas case clearly before a judge and jury.</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Dallas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Dallas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Dallas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Dallas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Dallas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Dallas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Dallas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Dallas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Dallas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Dallas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Dallas clients can focus on recovery instead of chasing hospital billing departments.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Dallas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Dallas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Dallas matter as if a jury will decide it, which improves settlement posture throughout the process.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Dallas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Dallas case clearly before a judge and jury.</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Dallas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Dallas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Dallas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Dallas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Dallas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Dallas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Dallas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Dallas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Will my rates increase if I use UM/UIM coverage?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Rules vary by carrier and state. Ask your insurer in writing; using UM after a not-at-fault crash is often protected — verify your policy.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can I get a crash report in Dallas?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Contact the investigating agency listed on your exchange-of-information form. Dallas County reports may also be available through local police or https://www.txdot.gov/.</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provide legal advice in Dallas?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Law Office of Bobby Garcia, P.C. is a  We are</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there a fee to get matched through Bobby Garcia Law?</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Law Office of Bobby Garcia, P.C. is a free  Matched attorneys typically work on contingency — you pay no upfront attorney fee for the referral itself. Always confirm fee terms directly with any attorney you hire.</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Dallas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Dallas, Texas Insurance Pitfalls: What You Need to Know After an Accident</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