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Garland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Garland,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Garland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Garland.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Garland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Garland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Garland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Garland.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Garland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Garland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Garland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Garland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Garland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Garland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Garland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Garland.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Garland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Garland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Garland,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Garland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Garland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Garland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Garland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