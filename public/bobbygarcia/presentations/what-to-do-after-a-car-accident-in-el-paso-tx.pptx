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El Paso, TX</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El Paso,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I-95 or surface streets in El Paso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El Paso County dispatch will route El Paso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El Paso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I-95, I-75, US-1 and in El Paso County.</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El Paso has El Paso Regional Medical Center and El Paso General Hospital among its major facilities. Level I trauma care is available at El Paso Level I Trauma Center.</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El Paso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El Paso downtown interchange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El Paso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El Paso residents often use El Paso Regional Medical Center, El Paso General Hospital after serious collisions. Level I trauma care is available at El Paso Level I Trauma Center.</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El Paso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I-95, I-75, US-1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19,310 reported crashes annually (est.). High-risk areas include El Paso downtown interchange; Major highway corridor near El Paso.</a:t>
            </a:r>
            <a:endParaRPr lang="en-US" sz="1300" dirty="0"/>
          </a:p>
          <a:p>
            <a:pPr indent="0" marL="0">
              <a:buNone/>
            </a:pPr>
            <a:endParaRPr lang="en-US" sz="1300" dirty="0"/>
          </a:p>
          <a:p>
            <a:pPr indent="0" marL="0">
              <a:buNone/>
            </a:pPr>
            <a:r>
              <a:rPr lang="en-US" sz="1300" dirty="0">
                <a:solidFill>
                  <a:srgbClr val="E8EDF4"/>
                </a:solidFill>
              </a:rPr>
              <a:t>If your collision occurred near I-95,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the investigating agency. El Paso County Civil Court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El Paso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El Paso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El Paso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El Paso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El Paso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rules with a 2-year statute of limitations for most injury cases. Calendar your deadline from the date of injury and confirm exceptions with counsel.</a:t>
            </a:r>
            <a:endParaRPr lang="en-US" sz="1300" dirty="0"/>
          </a:p>
          <a:p>
            <a:pPr indent="0" marL="0">
              <a:buNone/>
            </a:pPr>
            <a:endParaRPr lang="en-US" sz="1300" dirty="0"/>
          </a:p>
          <a:p>
            <a:pPr indent="0" marL="0">
              <a:buNone/>
            </a:pPr>
            <a:r>
              <a:rPr lang="en-US" sz="1300" dirty="0">
                <a:solidFill>
                  <a:srgbClr val="E8EDF4"/>
                </a:solidFill>
              </a:rPr>
              <a:t>If you were transported from I-95 to El Paso Regional Medical Center, keep ambulance, ER, and follow-up bills organized. UM/UIM, MedPay, and PIP endorsements on your policy may apply even when the other driver is underinsured.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El Paso</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the adjuster's denial or reservation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El Paso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El Paso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El Paso.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El Paso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El Paso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El Paso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El Paso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El Paso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El Paso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El Paso crash. Bobby Garcia Law offers free consultations 24/7 at (956) 668-7400 to help you understand timelines—Justice Made Simple.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El Paso. Review valuation reports for missing equipment, recent maintenance, and regional price adjustments.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El Paso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El Paso collision.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El Paso,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El Paso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El Paso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El Paso collision.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El Paso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El Paso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El Paso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El Paso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El Paso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El Paso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El Paso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El Paso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El Paso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El Paso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El Paso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El Paso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El Paso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El Paso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El Paso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El Paso clients can focus on recovery instead of chasing hospital billing departments.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El Paso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El Paso?</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El Paso County reports may also be available through local police or https://www.txdot.gov/.</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El Paso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El Paso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El Paso, TX</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