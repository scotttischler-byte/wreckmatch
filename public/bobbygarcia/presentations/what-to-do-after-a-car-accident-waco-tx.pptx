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Waco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Waco,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Waco or surface streets in Waco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Waco County / local jurisdiction dispatch will route Waco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Waco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Waco and in Waco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Waco has Waco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Waco,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Waco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Waco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Waco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Waco.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Waco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Waco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Waco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Waco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Waco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Waco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Waco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Waco.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Waco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Waco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Waco,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Waco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Waco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Waco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Waco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Waco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Waco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Waco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Waco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Waco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Waco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Waco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Waco</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