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Grand Prairie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Grand Prairie,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Grand Prairie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Grand Prairie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Grand Prairie.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Grand Prairie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Grand Prairie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Grand Prairie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Grand Prairie.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Grand Prairie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Grand Prairie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Grand Prairie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Grand Prairie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Grand Prairie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Grand Prairie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Grand Prairie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Grand Prairie.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Grand Prairie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Grand Prairie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Grand Prairie,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Grand Prairie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Grand Prairie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Grand Prairie collision.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Grand Prairie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Grand Prairie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Grand Prairie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Grand Prairie clients can focus on recovery instead of chasing hospital billing departments.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Grand Prairie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Grand Prairie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Grand Prairie matter as if a jury will decide it, which improves settlement posture throughout the process.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Grand Prairie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Grand Prairie case clearly before a judge and jury.</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Grand Prairie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Grand Prairie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Grand Prairie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Grand Prairie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Grand Prairie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Grand Prairie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Grand Prairie clients can focus on recovery instead of chasing hospital billing departments.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Grand Prairie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Grand Prairie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Grand Prairie matter as if a jury will decide it, which improves settlement posture throughout the process.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Grand Prairie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Grand Prairie case clearly before a judge and jury.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Grand Prairie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Grand Prairie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Grand Prairie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Grand Prairie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Grand Prairie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Grand Prairie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Grand Prairie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Grand Prairie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Grand Prairie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Grand Prairie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Grand Prairie clients can focus on recovery instead of chasing hospital billing departments.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Grand Prairie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Grand Prairie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Grand Prairie matter as if a jury will decide it, which improves settlement posture throughout the process.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Grand Prairie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Grand Prairie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Grand Prairie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Grand Prairie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