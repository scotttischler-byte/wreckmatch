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Lubbock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Lubbock,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Lubbock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Lubbock.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Lubbock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Lubbock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Lubbock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Lubbock.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Lubbock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Lubbock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Lubbock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Lubbock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Lubbock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Lubbock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Lubbock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Lubbock.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Lubbock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Lubbock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Lubbock,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Lubbock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Lubbock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Lubbock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Lubbock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Lubbock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Lubbock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Lubbock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Lubbock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Lubbock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Lubbock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Lubbock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Lubbock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Lubbock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Lubbock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Lubbock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Lubbock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Lubbock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Lubbock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Lubbock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Lubbock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Lubbock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Lubbock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Lubbock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Lubbock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Lubbock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Lubbock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Lubbock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Lubbock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Lubbock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Lubbock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