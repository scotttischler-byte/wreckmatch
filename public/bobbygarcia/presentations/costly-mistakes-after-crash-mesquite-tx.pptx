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Mesquite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Mesquite,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Mesquite adjusters reduce offers. Visit Mesquite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Mesquite.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Mesquite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Mesquite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Mesquite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Mesquite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Mesquite.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Mesquite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Mesquite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Mesquite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Mesquite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Mesquite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Mesquite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Mesquite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Mesquite.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Mesquite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Mesquite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Mesquite,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Mesquite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Mesquite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Mesquite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Mesquite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Mesquite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Mesquite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Mesquite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Mesquite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