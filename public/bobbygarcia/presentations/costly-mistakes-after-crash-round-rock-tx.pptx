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Round Rock</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Round Rock,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Round Rock adjusters reduce offers. Visit Round Rock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Round Rock.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Round Rock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Round Rock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Round Rock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Round Rock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Round Rock.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Round Rock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Round Rock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Round Rock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Round Rock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Round Rock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Round Rock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Round Rock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Round Rock.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Round Rock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Round Rock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Round Rock,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Round Rock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Round Rock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Round Rock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Round Rock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Round Rock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Round Rock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Round Rock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Round Rock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Round Rock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Round Rock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Round Rock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Round Rock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Round Rock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Round Rock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Round Rock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Round Rock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Round Rock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Round Rock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Round Rock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Round Rock</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