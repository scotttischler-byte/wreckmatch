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Midland</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Midland,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Midland adjusters reduce offers. Visit Midland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Midland.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Midland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Midland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Midland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Midland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Midland.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Midland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Midland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Midland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Midland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Midland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Midland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Midland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Midland.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Midland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Midland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Midland,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Midland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Midland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Midland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Midland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Midland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Midland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Midland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Midland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Midland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Midland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Midland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Midland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Midland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Midland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Midland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Midland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Midland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Midland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Midland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Midland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Midland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Midland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Midland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Midland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Midland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Midland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Midland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Midland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Midland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13)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Midland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Midland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Midland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Midland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Midland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Midland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Midland clients can focus on recovery instead of chasing hospital billing departments.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Midland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Midland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Midland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Midland</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