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Plano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Plano,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Plano or surface streets in Plano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Plano County / local jurisdiction dispatch will route Plano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Plano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Plano and in Plano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Plano has Plano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Plano,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Plano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Plano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Plano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Plano.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Plano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Plano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Plano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Plano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Plano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Plano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Plano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Plano.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Plano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Plano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Plano,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Plano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Plano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Plano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Plano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Plano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Plano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Plano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Plano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Plano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Plano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Plano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Plano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Plano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Plano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Plano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Plano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Plano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Plano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Plano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Plano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Plano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Plano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Plano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Plano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Plano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Plano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Plano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Plano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Plano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Plano</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