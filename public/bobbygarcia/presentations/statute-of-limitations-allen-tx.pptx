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Allen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Allen,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Allen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Allen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Allen.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Allen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Allen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Allen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Allen.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Allen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Allen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Allen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an Allen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Allen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Allen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Allen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an Allen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Allen.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Allen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Allen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Allen,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Allen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Allen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an Allen collision.</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Allen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Allen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Allen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Allen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Allen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Allen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Allen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Allen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Allen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Allen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Allen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Allen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Allen matter as if a jury will decide it, which improves settlement posture throughout the process.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Allen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Allen case clearly before a judge and jury.</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Allen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Allen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Allen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Allen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Allen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Allen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Allen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Allen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Allen clients can focus on recovery instead of chasing hospital billing departments.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Allen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Allen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Allen matter as if a jury will decide it, which improves settlement posture throughout the process.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Allen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Allen case clearly before a judge and jury.</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Allen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Allen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Allen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Allen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Allen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Allen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Allen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Allen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Allen clients can focus on recovery instead of chasing hospital billing departments.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Allen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Allen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Allen matter as if a jury will decide it, which improves settlement posture throughout the process.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Allen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Allen case clearly before a judge and jury.</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Allen crash investigation checklist (part 15)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Allen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Allen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an Allen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an Allen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Allen Guide</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