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What to Do After a Car Accident in Laredo</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Laredo,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First 10 minutes: safety and 911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 collision on Major highways and arterials in Laredo or surface streets in Laredo can escalate quickly. If vehicles are drivable and it is safe, move to a shoulder or parking lot. Turn on hazard lights.</a:t>
            </a:r>
            <a:endParaRPr lang="en-US" sz="1300" dirty="0"/>
          </a:p>
          <a:p>
            <a:pPr indent="0" marL="0">
              <a:buNone/>
            </a:pPr>
            <a:endParaRPr lang="en-US" sz="1300" dirty="0"/>
          </a:p>
          <a:p>
            <a:pPr indent="0" marL="0">
              <a:buNone/>
            </a:pPr>
            <a:r>
              <a:rPr lang="en-US" sz="1300" dirty="0">
                <a:solidFill>
                  <a:srgbClr val="E8EDF4"/>
                </a:solidFill>
              </a:rPr>
              <a:t>Call 911 when anyone reports pain, airbags deploy, fluids leak, or traffic is blocked. Laredo County / local jurisdiction dispatch will route Laredo police or state patrol depending on location.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First 10 minutes: safety and 911</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Stay inside the vehicle with seatbelts on if traffic passes closely at highway speed</a:t>
            </a:r>
            <a:endParaRPr lang="en-US" sz="1400" dirty="0"/>
          </a:p>
          <a:p>
            <a:pPr marL="342900" indent="-342900">
              <a:buSzPct val="100000"/>
              <a:buChar char="•"/>
            </a:pPr>
            <a:r>
              <a:rPr lang="en-US" sz="1400" dirty="0">
                <a:solidFill>
                  <a:srgbClr val="E8EDF4"/>
                </a:solidFill>
              </a:rPr>
              <a:t>Do not admit fault — describe facts only</a:t>
            </a:r>
            <a:endParaRPr lang="en-US" sz="1400" dirty="0"/>
          </a:p>
          <a:p>
            <a:pPr marL="342900" indent="-342900">
              <a:buSzPct val="100000"/>
              <a:buChar char="•"/>
            </a:pPr>
            <a:r>
              <a:rPr lang="en-US" sz="1400" dirty="0">
                <a:solidFill>
                  <a:srgbClr val="E8EDF4"/>
                </a:solidFill>
              </a:rPr>
              <a:t>Request a crash report number before officers leave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documentation checklist</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Photograph all vehicles, license plates, VIN stickers, skid marks, traffic signals, and visible injuries. Laredo insurers expect timestamped photos.</a:t>
            </a:r>
            <a:endParaRPr lang="en-US" sz="1300" dirty="0"/>
          </a:p>
          <a:p>
            <a:pPr indent="0" marL="0">
              <a:buNone/>
            </a:pPr>
            <a:endParaRPr lang="en-US" sz="1300" dirty="0"/>
          </a:p>
          <a:p>
            <a:pPr indent="0" marL="0">
              <a:buNone/>
            </a:pPr>
            <a:r>
              <a:rPr lang="en-US" sz="1300" dirty="0">
                <a:solidFill>
                  <a:srgbClr val="E8EDF4"/>
                </a:solidFill>
              </a:rPr>
              <a:t>Collect names and phone numbers from witnesses — independent accounts matter on Major highways and arterials in Laredo and in Laredo County / local jurisdiction.</a:t>
            </a:r>
            <a:endParaRPr lang="en-US" sz="1300" dirty="0"/>
          </a:p>
          <a:p>
            <a:pPr indent="0" marL="0">
              <a:buNone/>
            </a:pPr>
            <a:endParaRPr lang="en-US" sz="1300" dirty="0"/>
          </a:p>
          <a:p>
            <a:pPr indent="0" marL="0">
              <a:buNone/>
            </a:pPr>
            <a:r>
              <a:rPr lang="en-US" sz="1300" dirty="0">
                <a:solidFill>
                  <a:srgbClr val="E8EDF4"/>
                </a:solidFill>
              </a:rPr>
              <a:t>Exchange insurance policy numbers and registration; note employer if the other driver was working.</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care within 24 hours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Laredo has Laredo area hospitals and emergency departments among its major facilities. Verify the nearest trauma center if injuries may be serious.</a:t>
            </a:r>
            <a:endParaRPr lang="en-US" sz="1300" dirty="0"/>
          </a:p>
          <a:p>
            <a:pPr indent="0" marL="0">
              <a:buNone/>
            </a:pPr>
            <a:endParaRPr lang="en-US" sz="1300" dirty="0"/>
          </a:p>
          <a:p>
            <a:pPr indent="0" marL="0">
              <a:buNone/>
            </a:pPr>
            <a:r>
              <a:rPr lang="en-US" sz="1300" dirty="0">
                <a:solidFill>
                  <a:srgbClr val="E8EDF4"/>
                </a:solidFill>
              </a:rPr>
              <a:t>Whiplash, concussion, and internal injuries may appear hours later. A same-day urgent care or ER visit creates a medical record insurers cannot easily dismiss.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reporting rules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crash reporting when injuries, death, or significant property damage occur. Minimum liability limits are 30/60/25.</a:t>
            </a:r>
            <a:endParaRPr lang="en-US" sz="1300" dirty="0"/>
          </a:p>
          <a:p>
            <a:pPr indent="0" marL="0">
              <a:buNone/>
            </a:pPr>
            <a:endParaRPr lang="en-US" sz="1300" dirty="0"/>
          </a:p>
          <a:p>
            <a:pPr indent="0" marL="0">
              <a:buNone/>
            </a:pPr>
            <a:r>
              <a:rPr lang="en-US" sz="1300" dirty="0">
                <a:solidFill>
                  <a:srgbClr val="E8EDF4"/>
                </a:solidFill>
              </a:rPr>
              <a:t>Cooperate with officers; request a copy of the report through the investigating agency. If police do not respond, check https://www.txdot.gov/ for self-report thresholds.</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notification without hurting your claim</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Notify your carrier with basic facts — date, location, vehicles involved. Decline recorded statements until you understand your coverage and injuries.</a:t>
            </a:r>
            <a:endParaRPr lang="en-US" sz="1300" dirty="0"/>
          </a:p>
          <a:p>
            <a:pPr indent="0" marL="0">
              <a:buNone/>
            </a:pPr>
            <a:endParaRPr lang="en-US" sz="1300" dirty="0"/>
          </a:p>
          <a:p>
            <a:pPr indent="0" marL="0">
              <a:buNone/>
            </a:pPr>
            <a:r>
              <a:rPr lang="en-US" sz="1300" dirty="0">
                <a:solidFill>
                  <a:srgbClr val="E8EDF4"/>
                </a:solidFill>
              </a:rPr>
              <a:t>Texas uses 51% bar comparative negligence; anything you say can affect fault allocation.</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Dashcam, Ring doorbell, and business security footage near High-traffic corridors in Laredo, TX is often deleted within 7–30 days. Send written preservation letters when appropriate.</a:t>
            </a:r>
            <a:endParaRPr lang="en-US" sz="1300" dirty="0"/>
          </a:p>
          <a:p>
            <a:pPr indent="0" marL="0">
              <a:buNone/>
            </a:pPr>
            <a:endParaRPr lang="en-US" sz="1300" dirty="0"/>
          </a:p>
          <a:p>
            <a:pPr indent="0" marL="0">
              <a:buNone/>
            </a:pPr>
            <a:r>
              <a:rPr lang="en-US" sz="1300" dirty="0">
                <a:solidFill>
                  <a:srgbClr val="E8EDF4"/>
                </a:solidFill>
              </a:rPr>
              <a:t>Save repair estimates, rental receipts, and mileage to medical appointments.</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When to explore attorney matching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Consider a free consultation if you were hospitalized, fault is disputed, a commercial vehicle was involved, or the adjuster offers a quick settlement before treatment finishes.</a:t>
            </a:r>
            <a:endParaRPr lang="en-US" sz="1300" dirty="0"/>
          </a:p>
          <a:p>
            <a:pPr indent="0" marL="0">
              <a:buNone/>
            </a:pPr>
            <a:endParaRPr lang="en-US" sz="1300" dirty="0"/>
          </a:p>
          <a:p>
            <a:pPr indent="0" marL="0">
              <a:buNone/>
            </a:pPr>
            <a:r>
              <a:rPr lang="en-US" sz="1300" dirty="0">
                <a:solidFill>
                  <a:srgbClr val="E8EDF4"/>
                </a:solidFill>
              </a:rPr>
              <a:t>Law Office of Bobby Garcia, P.C. connects Laredo residents with licensed Texas attorneys — we are a</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Laredo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Laredo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Laredo.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Laredo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Laredo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 Laredo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Laredo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Laredo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Laredo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 Laredo crash. Bobby Garcia Law offers free consultations 24/7 at (956) 668-7400 to help you understand timelines—Justice Made Simple.</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Laredo. Review valuation reports for missing equipment, recent maintenance, and regional price adjustments.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Laredo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Laredo collision.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Laredo,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7)</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4)</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Laredo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Laredo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Laredo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Laredo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Laredo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Laredo crash investigation checklist (part 10)</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Laredo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Laredo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Laredo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Laredo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Laredo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Laredo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Laredo</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Laredo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Laredo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Laredo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Laredo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 Laredo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 Laredo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Laredo</dc:title>
  <dc:subject>PptxGenJS Presentation</dc:subject>
  <dc:creator>Law Office of Bobby Garcia</dc:creator>
  <cp:lastModifiedBy>Law Office of Bobby Garcia</cp:lastModifiedBy>
  <cp:revision>1</cp:revision>
  <dcterms:created xsi:type="dcterms:W3CDTF">2026-06-02T21:39:49Z</dcterms:created>
  <dcterms:modified xsi:type="dcterms:W3CDTF">2026-06-02T21:39:49Z</dcterms:modified>
</cp:coreProperties>
</file>