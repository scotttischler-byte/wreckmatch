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Beaumont</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Beaumont,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Beaumont adjusters reduce offers. Visit Beaumont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Beaumont.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Beaumont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Beaumont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Beaumont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Beaumont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Beaumont.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Beaumont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Beaumont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Beaumont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Beaumont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Beaumont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Beaumont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Beaumont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Beaumont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Beaumont.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Beaumont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Beaumont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Beaumont,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Beaumont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Beaumont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Beaumont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Beaumont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Beaumont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Beaumont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Beaumont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Beaumont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Beaumont collision.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Beaumont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Beaumont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Beaumont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Beaumont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Beaumont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Beaumont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Beaumont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Beaumont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Beaumont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Beaumont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Beaumont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Beaumont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Beaumont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Beaumont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Beaumont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Beaumont clients can focus on recovery instead of chasing hospital billing departments.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Beaumont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Beaumont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Beaumont matter as if a jury will decide it, which improves settlement posture throughout the process.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Beaumont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Beaumont case clearly before a judge and jury.</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Beaumont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Beaumont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Beaumont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Beaumont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Beaumont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Beaumont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Beaumont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Beaumont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Beaumont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Beaumont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Beaumont clients can focus on recovery instead of chasing hospital billing departments.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Beaumont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Beaumont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Beaumont matter as if a jury will decide it, which improves settlement posture throughout the process.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Beaumont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Beaumont case clearly before a judge and jury.</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Beaumont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Beaumont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Beaumont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Beaumont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Beaumont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Beaumont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Beaumont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Beaumont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Beaumont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Beaumont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Beaumont clients can focus on recovery instead of chasing hospital billing departments.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Beaumont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Beaumont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Beaumont matter as if a jury will decide it, which improves settlement posture throughout the process.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Beaumont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Beaumont case clearly before a judge and jury.</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Beaumont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Beaumont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Beaumont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Beaumont</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