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McKinney</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McKinney,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McKinney adjusters reduce offers. Visit McKinney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McKinney.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McKinney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McKinney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McKinney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McKinney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McKinney.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McKinney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McKinney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McKinney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McKinney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McKinney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McKinney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McKinney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McKinney.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McKinney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McKinney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McKinney,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McKinney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McKinney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McKinney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McKinney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McKinney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McKinney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McKinney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McKinney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McKinney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McKinney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McKinney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McKinney clients can focus on recovery instead of chasing hospital billing departments.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McKinney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McKinney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McKinney matter as if a jury will decide it, which improves settlement posture throughout the process.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McKinney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McKinney case clearly before a judge and jury.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McKinney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McKinney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McKinney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McKinney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McKinney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McKinney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McKinney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McKinney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McKinney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McKinney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McKinney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McKinney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McKinney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McKinney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McKinney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McKinney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McKinney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McKinney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McKinney clients can focus on recovery instead of chasing hospital billing departments.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McKinney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McKinney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McKinney matter as if a jury will decide it, which improves settlement posture throughout the process.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McKinney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McKinney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McKinney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McKinney</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