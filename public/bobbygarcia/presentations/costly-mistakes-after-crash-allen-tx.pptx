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Allen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Allen adjusters reduce offers. Visit Allen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Allen.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Allen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Allen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Allen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Allen.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Allen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Allen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Allen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Allen</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