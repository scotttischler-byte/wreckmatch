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Tyler</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Tyler,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Tyler or surface streets in Tyler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Tyler County / local jurisdiction dispatch will route Tyler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Tyler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Tyler and in Tyler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Tyler has Tyler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Tyler,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Tyler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Tyler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Tyler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Tyler.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Tyler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Tyler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Tyler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Tyler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Tyler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Tyler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Tyler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Tyler.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Tyler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Tyler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Tyler,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Tyler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Tyler case clearly before a judge and jury.</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Tyler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Tyler case clearly before a judge and jury.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Tyler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Tyler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Tyler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Tyler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Tyler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Tyler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Tyler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Tyler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Tyler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Tyler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Tyler clients can focus on recovery instead of chasing hospital billing departments.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Tyler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Tyler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Tyler matter as if a jury will decide it, which improves settlement posture throughout the process.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Tyler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Tyler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Tyler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Tyler</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