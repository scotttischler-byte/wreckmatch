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College Station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College Station,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College Station or surface streets in College Station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College Station County / local jurisdiction dispatch will route College Station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College Station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College Station and in College Station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College Station has College Station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College Station,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College Station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College Station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College Station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College Station.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College Station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College Station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College Station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College Station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College Station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College Station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College Station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College Station.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College Station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College Station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College Station,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College Station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College Station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College Station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College Station</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