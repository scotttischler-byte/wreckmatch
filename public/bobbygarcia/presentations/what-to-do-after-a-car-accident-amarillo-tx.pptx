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Amarillo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Amarillo,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Amarillo or surface streets in Amarillo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Amarillo County / local jurisdiction dispatch will route Amarillo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Amarillo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Amarillo and in Amarillo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Amarillo has Amarillo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Amarillo,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Amarillo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Amarillo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Amarillo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Amarillo.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Amarillo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Amarillo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Amarillo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Amarillo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Amarillo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Amarillo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Amarillo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Amarillo.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Amarillo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Amarillo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Amarillo,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Amarillo collision.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Amarillo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Amarillo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Amarillo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Amarillo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Amarillo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Amarillo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Amarillo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Amarillo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Amarillo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Amarillo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Amarillo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Amarillo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Amarillo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Amarillo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Amarillo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Amarillo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Amarillo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Amarillo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Amarillo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Amarillo</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