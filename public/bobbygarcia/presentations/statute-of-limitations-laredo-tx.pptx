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Laredo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Laredo,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Laredo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Laredo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Laredo.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Laredo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Laredo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Laredo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Laredo.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Laredo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Laredo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Laredo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Laredo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Laredo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Laredo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Laredo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Laredo.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Laredo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Laredo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Laredo,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Laredo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Laredo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Laredo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Laredo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Laredo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Laredo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Laredo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Laredo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Laredo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Laredo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Laredo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Laredo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Laredo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Laredo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Laredo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Laredo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Laredo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Laredo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Laredo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Laredo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Laredo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Laredo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Laredo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Laredo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Laredo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Laredo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Laredo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Laredo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Laredo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Laredo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Laredo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Laredo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