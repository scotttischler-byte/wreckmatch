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7 Costly Mistakes After a Crash in McAllen</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McAllen,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1: Skipping medical care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Delayed treatment is the top reason McAllen adjusters reduce offers. Visit McAllen area hospitals and emergency departments within 24 hours when pain exists.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2: Recorded statements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are trained to elicit admissions. Politely decline until you understand injuries and coverage.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3: Social media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Posts, check-ins, and photos can contradict injury claims — even innocent updates.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4: Missing the 2-year deadline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courts enforce statutes strictly. Calendar your deadline the day you are injured.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5: Accepting the first check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include future medical care or wage loss on Major highways in McAllen.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6: Poor crash report follow-up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Obtain the official report and verify accuracy — errors on McAllen County / local jurisdiction reports are correctable in some cases.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7: DIY negotiation on serious injuries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Complex McAllen crashes involving surgery, permanent impairment, or commercial vehicles usually need professional evaluation.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McAllen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McAllen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McAllen.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McAllen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McAllen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McAllen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McAllen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McAllen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McAllen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McAllen crash. Bobby Garcia Law offers free consultations 24/7 at (956) 668-7400 to help you understand timelines—Justice Made Simple.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McAllen. Review valuation reports for missing equipment, recent maintenance, and regional price adjustments.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McAllen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McAllen collision.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McAllen,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McAllen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McAllen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McAllen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McAllen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McAllen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McAllen collision.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McAllen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McAllen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McAllen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McAllen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McAllen case clearly before a judge and jury.</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McAllen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McAllen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McAllen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McAllen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McAllen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McAllen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McAllen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McAllen clients can focus on recovery instead of chasing hospital billing departments.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McAllen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McAllen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McAllen matter as if a jury will decide it, which improves settlement posture throughout the process.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McAllen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McAllen case clearly before a judge and jury.</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McAllen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McAllen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McAllen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McAllen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McAllen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McAllen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McAllen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McAllen clients can focus on recovery instead of chasing hospital billing departments.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McAllen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McAllen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McAllen matter as if a jury will decide it, which improves settlement posture throughout the process.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McAllen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McAllen case clearly before a judge and jury.</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crash investigation checklist (part 14)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McAllen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McAllen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McAllen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McAllen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McAllen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McAllen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McAllen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McAllen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McAllen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Mistakes After a Crash in McAllen</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