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Frisco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Frisco,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Frisco or surface streets in Frisco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Frisco County / local jurisdiction dispatch will route Frisco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Frisco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Frisco and in Frisco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Frisco has Frisco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Frisco,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Frisco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Frisco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Frisco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Frisco.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Frisco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Frisco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Frisco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Frisco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Frisco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Frisco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Frisco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Frisco.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Frisco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Frisco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Frisco,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Frisco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Frisco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Frisco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Frisco</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