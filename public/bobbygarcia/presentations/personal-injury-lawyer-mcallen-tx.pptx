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Personal Injury Lawyer in McAllen, TX</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McAllen,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Trusted McAllen personal injury representation — Bobby Garcia Law.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McAllen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McAllen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McAllen.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McAllen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McAllen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McAllen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McAllen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McAllen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McAllen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McAllen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McAllen.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McAllen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McAllen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McAllen,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18)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McAllen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McAllen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Injury Lawyer in McAllen, TX</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