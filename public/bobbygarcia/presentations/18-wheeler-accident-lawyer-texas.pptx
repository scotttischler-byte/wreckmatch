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18-Wheeler Accident Lawyer in Texas</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Texas,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trucking accident cases require experienced trial lawyers. Bobby Garcia Law fights trucking companies and insurers across Texas.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Texas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Texas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Texas.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Texas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Texas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Texas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Texas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Texas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Texas.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Texas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Texas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Texas,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Texas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Texas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Accident Lawyer in Texas</dc:title>
  <dc:subject>PptxGenJS Presentation</dc:subject>
  <dc:creator>Law Office of Bobby Garcia</dc:creator>
  <cp:lastModifiedBy>Law Office of Bobby Garcia</cp:lastModifiedBy>
  <cp:revision>1</cp:revision>
  <dcterms:created xsi:type="dcterms:W3CDTF">2026-06-02T21:39:47Z</dcterms:created>
  <dcterms:modified xsi:type="dcterms:W3CDTF">2026-06-02T21:39:47Z</dcterms:modified>
</cp:coreProperties>
</file>