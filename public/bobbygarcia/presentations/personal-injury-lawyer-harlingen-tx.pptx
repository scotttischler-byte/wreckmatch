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Personal Injury Lawyer in Harlingen, TX</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Harlingen,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How Bobby Garcia Law can help</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Harlingen accident victims deserve aggressive, compassionate advocacy. Call (956) 668-7400 — available 24/7. Free confidential consultations.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Harlingen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Harlingen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Harlingen.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Harlingen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Harlingen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Harlingen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Harlingen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Harlingen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Harlingen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Harlingen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Harlingen crash. Bobby Garcia Law offers free consultations 24/7 at (956) 668-7400 to help you understand timelines—Justice Made Simple.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Harlingen. Review valuation reports for missing equipment, recent maintenance, and regional price adjustments.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Harlingen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Harlingen collision.</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Harlingen,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Harlingen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Harlingen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Harlingen crash investigation checklist (part 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Harlingen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Harlingen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Harlingen corridors—these facts often appear only on the first report draft.</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Harlingen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Harlingen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Harlingen collision.</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Harlingen crash investigation checklist (part 5)</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Harlingen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Harlingen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Harlingen corridors—these facts often appear only on the first report draft.</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Harlingen crash investigation checklist (part 8)</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Harlingen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Harlingen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Harlingen corridors—these facts often appear only on the first report draft.</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Harlingen crash investigation checklist (part 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Harlingen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Harlingen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Harlingen corridors—these facts often appear only on the first report draft.</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Harlingen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Harlingen case clearly before a judge and jury.</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Harlingen crash investigation checklist (part 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Harlingen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Harlingen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Harlingen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Harlingen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Harlingen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Harlingen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Harlingen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Harlingen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Harlingen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Harlingen clients can focus on recovery instead of chasing hospital billing departments.</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Harlingen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Harlingen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Harlingen matter as if a jury will decide it, which improves settlement posture throughout the process.</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Harlingen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Harlingen case clearly before a judge and jury.</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Harlingen crash investigation checklist (part 8)</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Harlingen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Harlingen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Harlingen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Harlingen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Harlingen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Harlingen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Harlingen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Harlingen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Harlingen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Harlingen clients can focus on recovery instead of chasing hospital billing departments.</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Harlingen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Harlingen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Harlingen matter as if a jury will decide it, which improves settlement posture throughout the process.</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Harlingen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Harlingen case clearly before a judge and jury.</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Harlingen crash investigation checklist (part 14)</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Harlingen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Harlingen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Harlingen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Harlingen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Harlingen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Harlingen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Harlingen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Harlingen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Harlingen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Harlingen clients can focus on recovery instead of chasing hospital billing departments.</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Harlingen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Harlingen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Harlingen matter as if a jury will decide it, which improves settlement posture throughout the process.</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Harlingen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Harlingen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Personal Injury Lawyer in Harlingen, TX</dc:title>
  <dc:subject>PptxGenJS Presentation</dc:subject>
  <dc:creator>Law Office of Bobby Garcia</dc:creator>
  <cp:lastModifiedBy>Law Office of Bobby Garcia</cp:lastModifiedBy>
  <cp:revision>1</cp:revision>
  <dcterms:created xsi:type="dcterms:W3CDTF">2026-06-02T21:39:48Z</dcterms:created>
  <dcterms:modified xsi:type="dcterms:W3CDTF">2026-06-02T21:39:48Z</dcterms:modified>
</cp:coreProperties>
</file>