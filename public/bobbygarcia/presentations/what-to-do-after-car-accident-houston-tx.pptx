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Houston, TX: Step-by-Step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Houston,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Immediate safety on Houston freeways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Houston's highway network—including I-45, I-10, and US-59—sees heavy congestion. If you can move to a shoulder or exit safely, do so. Turn on hazards and call 911 when anyone may be injured.</a:t>
            </a:r>
            <a:endParaRPr lang="en-US" sz="1300" dirty="0"/>
          </a:p>
          <a:p>
            <a:pPr indent="0" marL="0">
              <a:buNone/>
            </a:pPr>
            <a:endParaRPr lang="en-US" sz="1300" dirty="0"/>
          </a:p>
          <a:p>
            <a:pPr indent="0" marL="0">
              <a:buNone/>
            </a:pPr>
            <a:r>
              <a:rPr lang="en-US" sz="1300" dirty="0">
                <a:solidFill>
                  <a:srgbClr val="E8EDF4"/>
                </a:solidFill>
              </a:rPr>
              <a:t>On high-speed roads, stay inside your vehicle with seatbelts on if traffic is passing closely until help arrives.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Immediate safety on Houston freeways</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Call 911 for injuries or blocked lanes</a:t>
            </a:r>
            <a:endParaRPr lang="en-US" sz="1400" dirty="0"/>
          </a:p>
          <a:p>
            <a:pPr marL="342900" indent="-342900">
              <a:buSzPct val="100000"/>
              <a:buChar char="•"/>
            </a:pPr>
            <a:r>
              <a:rPr lang="en-US" sz="1400" dirty="0">
                <a:solidFill>
                  <a:srgbClr val="E8EDF4"/>
                </a:solidFill>
              </a:rPr>
              <a:t>Photograph vehicles, plates, and road markers</a:t>
            </a:r>
            <a:endParaRPr lang="en-US" sz="1400" dirty="0"/>
          </a:p>
          <a:p>
            <a:pPr marL="342900" indent="-342900">
              <a:buSzPct val="100000"/>
              <a:buChar char="•"/>
            </a:pPr>
            <a:r>
              <a:rPr lang="en-US" sz="1400" dirty="0">
                <a:solidFill>
                  <a:srgbClr val="E8EDF4"/>
                </a:solidFill>
              </a:rPr>
              <a:t>Exchange insurance and contact details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Police reports and Texas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law may require a crash report when injury, death, or significant property damage occurs. Cooperate with responding officers and request a report number.</a:t>
            </a:r>
            <a:endParaRPr lang="en-US" sz="1300" dirty="0"/>
          </a:p>
          <a:p>
            <a:pPr indent="0" marL="0">
              <a:buNone/>
            </a:pPr>
            <a:endParaRPr lang="en-US" sz="1300" dirty="0"/>
          </a:p>
          <a:p>
            <a:pPr indent="0" marL="0">
              <a:buNone/>
            </a:pPr>
            <a:r>
              <a:rPr lang="en-US" sz="1300" dirty="0">
                <a:solidFill>
                  <a:srgbClr val="E8EDF4"/>
                </a:solidFill>
              </a:rPr>
              <a:t>If police do not respond, you may need to file a Crash Report (CR-2) with TxDOT when thresholds apply. Keep copies of every form.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and insurance next steps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Seek care even if pain is delayed—Houston has extensive ER and urgent care options. Save all bills and visit summaries.</a:t>
            </a:r>
            <a:endParaRPr lang="en-US" sz="1300" dirty="0"/>
          </a:p>
          <a:p>
            <a:pPr indent="0" marL="0">
              <a:buNone/>
            </a:pPr>
            <a:endParaRPr lang="en-US" sz="1300" dirty="0"/>
          </a:p>
          <a:p>
            <a:pPr indent="0" marL="0">
              <a:buNone/>
            </a:pPr>
            <a:r>
              <a:rPr lang="en-US" sz="1300" dirty="0">
                <a:solidFill>
                  <a:srgbClr val="E8EDF4"/>
                </a:solidFill>
              </a:rPr>
              <a:t>Notify your insurer with basic facts. Texas uses modified comparative fault rules; speaking with a licensed attorney can clarify how fault may affect a claim.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Houston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Houston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Houston.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Houston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Houston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Houston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Houston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Houston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Houston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Houston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Houston crash. Bobby Garcia Law offers free consultations 24/7 at (956) 668-7400 to help you understand timelines—Justice Made Simple.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Houston. Review valuation reports for missing equipment, recent maintenance, and regional price adjustments.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Houston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Houston collision.</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Houston,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Houston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Houston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Houston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Houston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Houston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Houston corridors—these facts often appear only on the first report draft.</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Houston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Houston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Houston collision.</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Houston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Houston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Houston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Houston corridors—these facts often appear only on the first report draft.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Houston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Houston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Houston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Houston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Houston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Houston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Houston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Houston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Houston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Houston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Houston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Houston clients can focus on recovery instead of chasing hospital billing departments.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Houston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Houston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Houston matter as if a jury will decide it, which improves settlement posture throughout the process.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Houston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Houston case clearly before a judge and jury.</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Houston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Houston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Houston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Houston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Houston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Houston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Houston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Houston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Houston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Houston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Houston clients can focus on recovery instead of chasing hospital billing departments.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Houston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Houston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Houston matter as if a jury will decide it, which improves settlement posture throughout the process.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Houston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Houston case clearly before a judge and jury.</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Houston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Houston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Houston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Houston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Houston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Houston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Houston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Houston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Houston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Houston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Houston clients can focus on recovery instead of chasing hospital billing departments.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Houston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Houston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Houston matter as if a jury will decide it, which improves settlement posture throughout the process.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Houston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Houston case clearly before a judge and jury.</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 I need a police report for every Houston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Not always. Reporting depends on injuries, damage, and whether police respond. Check current Texas rules;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Houston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Bobby Garcia Law is operated by Law Office of Bobby Garcia, P.C., a</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Houston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Houston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TX: Step-by-Step Guide</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