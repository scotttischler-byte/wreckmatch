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Plano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Plano,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Plano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Plano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Plano.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Plano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Plano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Plano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Plano.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Plano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Plano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Plano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Plano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Plano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Plano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Plano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Plano.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Plano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Plano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Plano,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Plano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Plano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Plano collision.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Plano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Plano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Plano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Plano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Plano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Plano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Plano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Plano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Plano clients can focus on recovery instead of chasing hospital billing departments.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Plano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Plano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Plano matter as if a jury will decide it, which improves settlement posture throughout the process.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Plano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Plano case clearly before a judge and jury.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Plano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Plano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Plano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Plano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Plano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Plano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Plano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Plano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Plano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Plano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Plano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Plano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13)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Plano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Plano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Plano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Plano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Plano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Plano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Plano Guide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