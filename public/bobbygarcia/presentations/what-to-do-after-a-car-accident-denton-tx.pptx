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Denton</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Denton,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Denton or surface streets in Denton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Denton County / local jurisdiction dispatch will route Denton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Denton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Denton and in Denton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Denton has Denton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Denton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Denton,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Denton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Denton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Denton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Denton.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Denton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Denton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Denton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Denton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Denton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Denton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Denton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Denton.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Denton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Denton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Denton,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Denton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Denton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Denton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Denton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Denton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Denton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Denton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Denton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Denton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Denton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Denton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Denton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Denton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Denton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Denton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Denton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Denton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Denton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Denton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Denton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Denton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Denton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Denton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Denton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Denton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Denton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Denton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Denton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Denton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13)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Denton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Denton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Denton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Denton</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