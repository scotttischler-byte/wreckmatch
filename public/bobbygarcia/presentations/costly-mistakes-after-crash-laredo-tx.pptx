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Laredo</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Laredo,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Laredo adjusters reduce offers. Visit Laredo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Laredo.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Laredo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Laredo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Laredo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Laredo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Laredo.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Laredo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Laredo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Laredo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Laredo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Laredo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Laredo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Laredo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Laredo.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Laredo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Laredo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Laredo,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Laredo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Laredo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Laredo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Laredo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Laredo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Laredo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Laredo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Laredo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Laredo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Laredo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Laredo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Laredo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Laredo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Laredo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Laredo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Laredo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Laredo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Laredo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Laredo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Laredo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Laredo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Laredo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Laredo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Laredo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Laredo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Laredo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Laredo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Laredo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Laredo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Laredo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Laredo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Laredo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Laredo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Laredo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Laredo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Laredo matter as if a jury will decide it, which improves settlement posture throughout the process.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Laredo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Laredo case clearly before a judge and jury.</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Laredo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Laredo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Laredo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Laredo</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