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Slip and Fall Accident Lawyer in Texas</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Texas,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How Bobby Garcia Law can help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Premises liability representation when property owners fail to keep visitors safe. Call (956) 668-7400 — available 24/7. Free confidential consultations.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Texas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Texas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Texas.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Texas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Texas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Texas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Texas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Texas crash. Bobby Garcia Law offers free consultations 24/7 at (956) 668-7400 to help you understand timelines—Justice Made Simple.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Texas. Review valuation reports for missing equipment, recent maintenance, and regional price adjustments.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Texas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Texas collision.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Texas,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Texas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Texas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Texas collision.</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Texas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Texas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Texas clients can focus on recovery instead of chasing hospital billing departments.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Texas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Texas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Texas matter as if a jury will decide it, which improves settlement posture throughout the process.</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Texas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Texas case clearly before a judge and jury.</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Texas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Texas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Texas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Texas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Texas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Texas clients can focus on recovery instead of chasing hospital billing departments.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Texas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Texas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Texas matter as if a jury will decide it, which improves settlement posture throughout the process.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Texas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Texas case clearly before a judge and jury.</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Texas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Texas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Texas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Texas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Texas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Texas clients can focus on recovery instead of chasing hospital billing departments.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Texas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Texas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Texas matter as if a jury will decide it, which improves settlement posture throughout the process.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Texas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Texas case clearly before a judge and jury.</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16)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Texas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Texas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Texas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Texas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Texas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Texas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Slip and Fall Accident Lawyer in Texas</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