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Midland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Midland,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Midland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Midland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Midland.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Midland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Midland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Midland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Midland.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Midland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Midland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Midland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Midland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Midland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Midland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Midland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Midland.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Midland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Midland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Midland,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Midland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Midland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Midland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Midland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Midland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Midland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Midland case clearly before a judge and jury.</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Midland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Midland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Midland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Midland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Midland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Midland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Midland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Midland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Midland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Midland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Midland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Midland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Midland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Midland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Midland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Midland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Midland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Midland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Midland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Midland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Midland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Midland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Midland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Midland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Midland crash investigation checklist (part 14)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Midland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Midland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Midland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Midland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Midland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Midland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Midland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Midland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Midland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Midland Guide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